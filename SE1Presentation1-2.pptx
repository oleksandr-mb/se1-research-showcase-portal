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  <p:sldMasterId id="2147483676" r:id="rId3"/>
    <p:sldMasterId id="2147483679" r:id="rId4"/>
    <p:sldMasterId id="2147483691" r:id="rId5"/>
    <p:sldMasterId id="2147483702" r:id="rId6"/>
    <p:sldMasterId id="2147483707" r:id="rId7"/>
  </p:sldMasterIdLst>
  <p:notesMasterIdLst>
    <p:notesMasterId r:id="rId26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4" r:id="rId14"/>
    <p:sldId id="262" r:id="rId15"/>
    <p:sldId id="280" r:id="rId16"/>
    <p:sldId id="279" r:id="rId17"/>
    <p:sldId id="290" r:id="rId18"/>
    <p:sldId id="281" r:id="rId19"/>
    <p:sldId id="284" r:id="rId20"/>
    <p:sldId id="285" r:id="rId21"/>
    <p:sldId id="286" r:id="rId22"/>
    <p:sldId id="288" r:id="rId23"/>
    <p:sldId id="275" r:id="rId24"/>
    <p:sldId id="274" r:id="rId2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FF04B7-2FCC-6548-B1F7-DC85E251852C}" v="5" dt="2025-12-18T11:50:44.900"/>
    <p1510:client id="{3CB738A9-44EE-19F1-D8EC-4521943D4DF8}" v="91" dt="2025-12-17T18:55:22.757"/>
    <p1510:client id="{6D04861D-6CD2-45BD-42A6-9C83A702D457}" v="73" dt="2025-12-18T03:52:56.499"/>
    <p1510:client id="{82D302EC-F75F-8E01-BA50-A3A3B6202819}" v="126" dt="2025-12-18T13:34:40.654"/>
    <p1510:client id="{8FC17CF4-1691-E645-47B7-57FCB73BA169}" v="1" dt="2025-12-18T04:27:29.537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9FA7A5-41D5-48A6-81F3-C77C2B963BF3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E29B4-C2F7-41F7-B629-D2A471A458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4772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E29B4-C2F7-41F7-B629-D2A471A458C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3100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E29B4-C2F7-41F7-B629-D2A471A458C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8656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E29B4-C2F7-41F7-B629-D2A471A458C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392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E29B4-C2F7-41F7-B629-D2A471A458C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192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E29B4-C2F7-41F7-B629-D2A471A458C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5377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E29B4-C2F7-41F7-B629-D2A471A458C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121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E29B4-C2F7-41F7-B629-D2A471A458C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4098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E29B4-C2F7-41F7-B629-D2A471A458C2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790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USTOM_6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USTOM_5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s://bit.ly/3A1uf1Q" TargetMode="Externa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5150880" cy="125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Google Shape;11;p2"/>
          <p:cNvSpPr/>
          <p:nvPr/>
        </p:nvSpPr>
        <p:spPr>
          <a:xfrm flipH="1">
            <a:off x="4570560" y="3258720"/>
            <a:ext cx="4571640" cy="1884600"/>
          </a:xfrm>
          <a:prstGeom prst="rtTriangle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oogle Shape;12;p2"/>
          <p:cNvGrpSpPr/>
          <p:nvPr/>
        </p:nvGrpSpPr>
        <p:grpSpPr>
          <a:xfrm>
            <a:off x="335880" y="539640"/>
            <a:ext cx="8961480" cy="4064040"/>
            <a:chOff x="335880" y="539640"/>
            <a:chExt cx="8961480" cy="4064040"/>
          </a:xfrm>
        </p:grpSpPr>
        <p:grpSp>
          <p:nvGrpSpPr>
            <p:cNvPr id="3" name="Google Shape;13;p2"/>
            <p:cNvGrpSpPr/>
            <p:nvPr/>
          </p:nvGrpSpPr>
          <p:grpSpPr>
            <a:xfrm>
              <a:off x="8027280" y="4092480"/>
              <a:ext cx="1270080" cy="511200"/>
              <a:chOff x="8027280" y="4092480"/>
              <a:chExt cx="1270080" cy="511200"/>
            </a:xfrm>
          </p:grpSpPr>
          <p:sp>
            <p:nvSpPr>
              <p:cNvPr id="4" name="Google Shape;14;p2"/>
              <p:cNvSpPr/>
              <p:nvPr/>
            </p:nvSpPr>
            <p:spPr>
              <a:xfrm>
                <a:off x="8027280" y="4092480"/>
                <a:ext cx="1270080" cy="140760"/>
              </a:xfrm>
              <a:custGeom>
                <a:avLst/>
                <a:gdLst>
                  <a:gd name="textAreaLeft" fmla="*/ 0 w 1270080"/>
                  <a:gd name="textAreaRight" fmla="*/ 1270440 w 1270080"/>
                  <a:gd name="textAreaTop" fmla="*/ 0 h 140760"/>
                  <a:gd name="textAreaBottom" fmla="*/ 141120 h 140760"/>
                </a:gdLst>
                <a:ahLst/>
                <a:cxnLst/>
                <a:rect l="textAreaLeft" t="textAreaTop" r="textAreaRight" b="textAreaBottom"/>
                <a:pathLst>
                  <a:path w="50824" h="5648" fill="none">
                    <a:moveTo>
                      <a:pt x="0" y="1"/>
                    </a:moveTo>
                    <a:cubicBezTo>
                      <a:pt x="4238" y="1"/>
                      <a:pt x="4238" y="5648"/>
                      <a:pt x="8466" y="5648"/>
                    </a:cubicBezTo>
                    <a:cubicBezTo>
                      <a:pt x="12704" y="5648"/>
                      <a:pt x="12704" y="1"/>
                      <a:pt x="16941" y="1"/>
                    </a:cubicBezTo>
                    <a:cubicBezTo>
                      <a:pt x="21179" y="1"/>
                      <a:pt x="21179" y="5648"/>
                      <a:pt x="25408" y="5648"/>
                    </a:cubicBezTo>
                    <a:cubicBezTo>
                      <a:pt x="29645" y="5648"/>
                      <a:pt x="29645" y="1"/>
                      <a:pt x="33883" y="1"/>
                    </a:cubicBezTo>
                    <a:cubicBezTo>
                      <a:pt x="38120" y="1"/>
                      <a:pt x="38120" y="5648"/>
                      <a:pt x="42358" y="5648"/>
                    </a:cubicBezTo>
                    <a:cubicBezTo>
                      <a:pt x="46586" y="5648"/>
                      <a:pt x="46586" y="1"/>
                      <a:pt x="50824" y="1"/>
                    </a:cubicBezTo>
                  </a:path>
                </a:pathLst>
              </a:custGeom>
              <a:noFill/>
              <a:ln w="9360">
                <a:solidFill>
                  <a:schemeClr val="lt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560" bIns="7056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Google Shape;15;p2"/>
              <p:cNvSpPr/>
              <p:nvPr/>
            </p:nvSpPr>
            <p:spPr>
              <a:xfrm>
                <a:off x="8027280" y="4277880"/>
                <a:ext cx="1270080" cy="140760"/>
              </a:xfrm>
              <a:custGeom>
                <a:avLst/>
                <a:gdLst>
                  <a:gd name="textAreaLeft" fmla="*/ 0 w 1270080"/>
                  <a:gd name="textAreaRight" fmla="*/ 1270440 w 1270080"/>
                  <a:gd name="textAreaTop" fmla="*/ 0 h 140760"/>
                  <a:gd name="textAreaBottom" fmla="*/ 141120 h 140760"/>
                </a:gdLst>
                <a:ahLst/>
                <a:cxnLst/>
                <a:rect l="textAreaLeft" t="textAreaTop" r="textAreaRight" b="textAreaBottom"/>
                <a:pathLst>
                  <a:path w="50824" h="5648" fill="none">
                    <a:moveTo>
                      <a:pt x="0" y="0"/>
                    </a:moveTo>
                    <a:cubicBezTo>
                      <a:pt x="4238" y="0"/>
                      <a:pt x="4238" y="5647"/>
                      <a:pt x="8466" y="5647"/>
                    </a:cubicBezTo>
                    <a:cubicBezTo>
                      <a:pt x="12704" y="5647"/>
                      <a:pt x="12704" y="0"/>
                      <a:pt x="16941" y="0"/>
                    </a:cubicBezTo>
                    <a:cubicBezTo>
                      <a:pt x="21179" y="0"/>
                      <a:pt x="21179" y="5647"/>
                      <a:pt x="25408" y="5647"/>
                    </a:cubicBezTo>
                    <a:cubicBezTo>
                      <a:pt x="29645" y="5647"/>
                      <a:pt x="29645" y="0"/>
                      <a:pt x="33883" y="0"/>
                    </a:cubicBezTo>
                    <a:cubicBezTo>
                      <a:pt x="38120" y="0"/>
                      <a:pt x="38120" y="5647"/>
                      <a:pt x="42358" y="5647"/>
                    </a:cubicBezTo>
                    <a:cubicBezTo>
                      <a:pt x="46586" y="5647"/>
                      <a:pt x="46586" y="0"/>
                      <a:pt x="50824" y="0"/>
                    </a:cubicBezTo>
                  </a:path>
                </a:pathLst>
              </a:custGeom>
              <a:noFill/>
              <a:ln w="9360">
                <a:solidFill>
                  <a:schemeClr val="lt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560" bIns="7056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Google Shape;16;p2"/>
              <p:cNvSpPr/>
              <p:nvPr/>
            </p:nvSpPr>
            <p:spPr>
              <a:xfrm>
                <a:off x="8027280" y="4462920"/>
                <a:ext cx="1270080" cy="140760"/>
              </a:xfrm>
              <a:custGeom>
                <a:avLst/>
                <a:gdLst>
                  <a:gd name="textAreaLeft" fmla="*/ 0 w 1270080"/>
                  <a:gd name="textAreaRight" fmla="*/ 1270440 w 1270080"/>
                  <a:gd name="textAreaTop" fmla="*/ 0 h 140760"/>
                  <a:gd name="textAreaBottom" fmla="*/ 141120 h 140760"/>
                </a:gdLst>
                <a:ahLst/>
                <a:cxnLst/>
                <a:rect l="textAreaLeft" t="textAreaTop" r="textAreaRight" b="textAreaBottom"/>
                <a:pathLst>
                  <a:path w="50824" h="5648" fill="none">
                    <a:moveTo>
                      <a:pt x="0" y="1"/>
                    </a:moveTo>
                    <a:cubicBezTo>
                      <a:pt x="4238" y="1"/>
                      <a:pt x="4238" y="5648"/>
                      <a:pt x="8466" y="5648"/>
                    </a:cubicBezTo>
                    <a:cubicBezTo>
                      <a:pt x="12704" y="5648"/>
                      <a:pt x="12704" y="1"/>
                      <a:pt x="16941" y="1"/>
                    </a:cubicBezTo>
                    <a:cubicBezTo>
                      <a:pt x="21179" y="1"/>
                      <a:pt x="21179" y="5648"/>
                      <a:pt x="25408" y="5648"/>
                    </a:cubicBezTo>
                    <a:cubicBezTo>
                      <a:pt x="29645" y="5648"/>
                      <a:pt x="29645" y="1"/>
                      <a:pt x="33883" y="1"/>
                    </a:cubicBezTo>
                    <a:cubicBezTo>
                      <a:pt x="38120" y="1"/>
                      <a:pt x="38120" y="5648"/>
                      <a:pt x="42358" y="5648"/>
                    </a:cubicBezTo>
                    <a:cubicBezTo>
                      <a:pt x="46586" y="5648"/>
                      <a:pt x="46586" y="1"/>
                      <a:pt x="50824" y="1"/>
                    </a:cubicBezTo>
                  </a:path>
                </a:pathLst>
              </a:custGeom>
              <a:noFill/>
              <a:ln w="9360">
                <a:solidFill>
                  <a:schemeClr val="lt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560" bIns="7056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" name="Google Shape;17;p2"/>
            <p:cNvGrpSpPr/>
            <p:nvPr/>
          </p:nvGrpSpPr>
          <p:grpSpPr>
            <a:xfrm>
              <a:off x="335880" y="539640"/>
              <a:ext cx="139680" cy="4064040"/>
              <a:chOff x="335880" y="539640"/>
              <a:chExt cx="139680" cy="4064040"/>
            </a:xfrm>
          </p:grpSpPr>
          <p:sp>
            <p:nvSpPr>
              <p:cNvPr id="8" name="Google Shape;18;p2"/>
              <p:cNvSpPr/>
              <p:nvPr/>
            </p:nvSpPr>
            <p:spPr>
              <a:xfrm>
                <a:off x="335880" y="4464000"/>
                <a:ext cx="139680" cy="139680"/>
              </a:xfrm>
              <a:prstGeom prst="plaque">
                <a:avLst>
                  <a:gd name="adj" fmla="val 50000"/>
                </a:avLst>
              </a:prstGeom>
              <a:solidFill>
                <a:schemeClr val="dk2"/>
              </a:solidFill>
              <a:ln w="9360">
                <a:solidFill>
                  <a:schemeClr val="dk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0520" bIns="20520" anchor="ctr">
                <a:noAutofit/>
              </a:bodyPr>
              <a:lstStyle/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9" name="Google Shape;19;p2"/>
              <p:cNvCxnSpPr/>
              <p:nvPr/>
            </p:nvCxnSpPr>
            <p:spPr>
              <a:xfrm>
                <a:off x="405720" y="539640"/>
                <a:ext cx="360" cy="3924360"/>
              </a:xfrm>
              <a:prstGeom prst="straightConnector1">
                <a:avLst/>
              </a:prstGeom>
              <a:ln w="9360">
                <a:solidFill>
                  <a:schemeClr val="dk2"/>
                </a:solidFill>
                <a:round/>
              </a:ln>
            </p:spPr>
          </p:cxnSp>
        </p:grpSp>
      </p:grp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7" name="Google Shape;168;p17"/>
          <p:cNvSpPr/>
          <p:nvPr/>
        </p:nvSpPr>
        <p:spPr>
          <a:xfrm>
            <a:off x="360" y="4798800"/>
            <a:ext cx="9143640" cy="3445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8" name="Google Shape;169;p17"/>
          <p:cNvGrpSpPr/>
          <p:nvPr/>
        </p:nvGrpSpPr>
        <p:grpSpPr>
          <a:xfrm>
            <a:off x="712440" y="192240"/>
            <a:ext cx="7718040" cy="139680"/>
            <a:chOff x="712440" y="192240"/>
            <a:chExt cx="7718040" cy="139680"/>
          </a:xfrm>
        </p:grpSpPr>
        <p:sp>
          <p:nvSpPr>
            <p:cNvPr id="79" name="Google Shape;170;p17"/>
            <p:cNvSpPr/>
            <p:nvPr/>
          </p:nvSpPr>
          <p:spPr>
            <a:xfrm>
              <a:off x="4501800" y="192240"/>
              <a:ext cx="139680" cy="139680"/>
            </a:xfrm>
            <a:prstGeom prst="plaque">
              <a:avLst>
                <a:gd name="adj" fmla="val 50000"/>
              </a:avLst>
            </a:prstGeom>
            <a:solidFill>
              <a:schemeClr val="dk2"/>
            </a:solidFill>
            <a:ln w="9360">
              <a:solidFill>
                <a:schemeClr val="dk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0" name="Google Shape;171;p17"/>
            <p:cNvCxnSpPr>
              <a:stCxn id="79" idx="1"/>
            </p:cNvCxnSpPr>
            <p:nvPr/>
          </p:nvCxnSpPr>
          <p:spPr>
            <a:xfrm flipH="1">
              <a:off x="712440" y="262080"/>
              <a:ext cx="3789720" cy="360"/>
            </a:xfrm>
            <a:prstGeom prst="straightConnector1">
              <a:avLst/>
            </a:prstGeom>
            <a:ln w="9360">
              <a:solidFill>
                <a:schemeClr val="dk2"/>
              </a:solidFill>
              <a:round/>
            </a:ln>
          </p:spPr>
        </p:cxnSp>
        <p:cxnSp>
          <p:nvCxnSpPr>
            <p:cNvPr id="81" name="Google Shape;172;p17"/>
            <p:cNvCxnSpPr>
              <a:stCxn id="79" idx="3"/>
            </p:cNvCxnSpPr>
            <p:nvPr/>
          </p:nvCxnSpPr>
          <p:spPr>
            <a:xfrm>
              <a:off x="4641480" y="262080"/>
              <a:ext cx="3789360" cy="360"/>
            </a:xfrm>
            <a:prstGeom prst="straightConnector1">
              <a:avLst/>
            </a:prstGeom>
            <a:ln w="9360">
              <a:solidFill>
                <a:schemeClr val="dk2"/>
              </a:solidFill>
              <a:round/>
            </a:ln>
          </p:spPr>
        </p:cxnSp>
      </p:grp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05" name="Google Shape;205;p20"/>
          <p:cNvGrpSpPr/>
          <p:nvPr/>
        </p:nvGrpSpPr>
        <p:grpSpPr>
          <a:xfrm>
            <a:off x="712440" y="4745160"/>
            <a:ext cx="7718040" cy="139680"/>
            <a:chOff x="712440" y="4745160"/>
            <a:chExt cx="7718040" cy="139680"/>
          </a:xfrm>
        </p:grpSpPr>
        <p:sp>
          <p:nvSpPr>
            <p:cNvPr id="106" name="Google Shape;206;p20"/>
            <p:cNvSpPr/>
            <p:nvPr/>
          </p:nvSpPr>
          <p:spPr>
            <a:xfrm>
              <a:off x="4501800" y="4745160"/>
              <a:ext cx="139680" cy="139680"/>
            </a:xfrm>
            <a:prstGeom prst="plaque">
              <a:avLst>
                <a:gd name="adj" fmla="val 50000"/>
              </a:avLst>
            </a:prstGeom>
            <a:solidFill>
              <a:schemeClr val="dk2"/>
            </a:solidFill>
            <a:ln w="9360">
              <a:solidFill>
                <a:schemeClr val="dk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07" name="Google Shape;207;p20"/>
            <p:cNvCxnSpPr>
              <a:stCxn id="106" idx="1"/>
            </p:cNvCxnSpPr>
            <p:nvPr/>
          </p:nvCxnSpPr>
          <p:spPr>
            <a:xfrm flipH="1">
              <a:off x="712440" y="4815000"/>
              <a:ext cx="3789720" cy="360"/>
            </a:xfrm>
            <a:prstGeom prst="straightConnector1">
              <a:avLst/>
            </a:prstGeom>
            <a:ln w="9360">
              <a:solidFill>
                <a:schemeClr val="dk2"/>
              </a:solidFill>
              <a:round/>
            </a:ln>
          </p:spPr>
        </p:cxnSp>
        <p:cxnSp>
          <p:nvCxnSpPr>
            <p:cNvPr id="108" name="Google Shape;208;p20"/>
            <p:cNvCxnSpPr>
              <a:stCxn id="106" idx="3"/>
            </p:cNvCxnSpPr>
            <p:nvPr/>
          </p:nvCxnSpPr>
          <p:spPr>
            <a:xfrm>
              <a:off x="4641480" y="4815000"/>
              <a:ext cx="3789360" cy="360"/>
            </a:xfrm>
            <a:prstGeom prst="straightConnector1">
              <a:avLst/>
            </a:prstGeom>
            <a:ln w="9360">
              <a:solidFill>
                <a:schemeClr val="dk2"/>
              </a:solidFill>
              <a:round/>
            </a:ln>
          </p:spPr>
        </p:cxnSp>
      </p:grpSp>
      <p:grpSp>
        <p:nvGrpSpPr>
          <p:cNvPr id="109" name="Google Shape;209;p20"/>
          <p:cNvGrpSpPr/>
          <p:nvPr/>
        </p:nvGrpSpPr>
        <p:grpSpPr>
          <a:xfrm>
            <a:off x="360" y="0"/>
            <a:ext cx="9143280" cy="5143320"/>
            <a:chOff x="360" y="0"/>
            <a:chExt cx="9143280" cy="5143320"/>
          </a:xfrm>
        </p:grpSpPr>
        <p:sp>
          <p:nvSpPr>
            <p:cNvPr id="110" name="Google Shape;210;p20"/>
            <p:cNvSpPr/>
            <p:nvPr/>
          </p:nvSpPr>
          <p:spPr>
            <a:xfrm>
              <a:off x="360" y="0"/>
              <a:ext cx="344520" cy="51433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Google Shape;211;p20"/>
            <p:cNvSpPr/>
            <p:nvPr/>
          </p:nvSpPr>
          <p:spPr>
            <a:xfrm>
              <a:off x="8799120" y="0"/>
              <a:ext cx="344520" cy="51433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713160" y="1729800"/>
            <a:ext cx="6214680" cy="8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713160" y="694080"/>
            <a:ext cx="1208520" cy="106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Playfair Display"/>
                <a:ea typeface="Playfair Display"/>
              </a:rPr>
              <a:t>xx%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23;p3"/>
          <p:cNvSpPr/>
          <p:nvPr/>
        </p:nvSpPr>
        <p:spPr>
          <a:xfrm>
            <a:off x="0" y="4046040"/>
            <a:ext cx="9143640" cy="109728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8" name="Google Shape;24;p3"/>
          <p:cNvGrpSpPr/>
          <p:nvPr/>
        </p:nvGrpSpPr>
        <p:grpSpPr>
          <a:xfrm>
            <a:off x="8090640" y="4254840"/>
            <a:ext cx="680040" cy="680040"/>
            <a:chOff x="8090640" y="4254840"/>
            <a:chExt cx="680040" cy="680040"/>
          </a:xfrm>
        </p:grpSpPr>
        <p:sp>
          <p:nvSpPr>
            <p:cNvPr id="119" name="Google Shape;25;p3"/>
            <p:cNvSpPr/>
            <p:nvPr/>
          </p:nvSpPr>
          <p:spPr>
            <a:xfrm>
              <a:off x="8409600" y="4254840"/>
              <a:ext cx="37800" cy="378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Google Shape;26;p3"/>
            <p:cNvSpPr/>
            <p:nvPr/>
          </p:nvSpPr>
          <p:spPr>
            <a:xfrm>
              <a:off x="8409600" y="4897080"/>
              <a:ext cx="37800" cy="378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Google Shape;27;p3"/>
            <p:cNvSpPr/>
            <p:nvPr/>
          </p:nvSpPr>
          <p:spPr>
            <a:xfrm>
              <a:off x="8090640" y="4571280"/>
              <a:ext cx="37800" cy="378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Google Shape;28;p3"/>
            <p:cNvSpPr/>
            <p:nvPr/>
          </p:nvSpPr>
          <p:spPr>
            <a:xfrm>
              <a:off x="8732880" y="4571280"/>
              <a:ext cx="37800" cy="378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Google Shape;29;p3"/>
            <p:cNvSpPr/>
            <p:nvPr/>
          </p:nvSpPr>
          <p:spPr>
            <a:xfrm>
              <a:off x="8175960" y="4339800"/>
              <a:ext cx="37800" cy="378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Google Shape;30;p3"/>
            <p:cNvSpPr/>
            <p:nvPr/>
          </p:nvSpPr>
          <p:spPr>
            <a:xfrm>
              <a:off x="8647920" y="4811760"/>
              <a:ext cx="37800" cy="378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Google Shape;31;p3"/>
            <p:cNvSpPr/>
            <p:nvPr/>
          </p:nvSpPr>
          <p:spPr>
            <a:xfrm>
              <a:off x="8647920" y="4339800"/>
              <a:ext cx="37800" cy="378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Google Shape;32;p3"/>
            <p:cNvSpPr/>
            <p:nvPr/>
          </p:nvSpPr>
          <p:spPr>
            <a:xfrm>
              <a:off x="8175960" y="4811760"/>
              <a:ext cx="37800" cy="378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713160" y="677880"/>
            <a:ext cx="2999520" cy="87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5" name="Google Shape;255;p24"/>
          <p:cNvSpPr/>
          <p:nvPr/>
        </p:nvSpPr>
        <p:spPr>
          <a:xfrm>
            <a:off x="713160" y="3357720"/>
            <a:ext cx="299952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b"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CREDITS: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Catamaran"/>
                <a:ea typeface="Catamaran"/>
                <a:hlinkClick r:id="rId4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, including icons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Catamaran"/>
                <a:ea typeface="Catamaran"/>
                <a:hlinkClick r:id="rId5"/>
              </a:rPr>
              <a:t>Flaticon</a:t>
            </a: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 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and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Catamaran"/>
                <a:ea typeface="Catamaran"/>
                <a:hlinkClick r:id="rId6"/>
              </a:rPr>
              <a:t>Freepik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256;p24"/>
          <p:cNvSpPr/>
          <p:nvPr/>
        </p:nvSpPr>
        <p:spPr>
          <a:xfrm rot="10800000">
            <a:off x="4572360" y="-7560"/>
            <a:ext cx="4571640" cy="2547720"/>
          </a:xfrm>
          <a:prstGeom prst="rtTriangle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7" name="Google Shape;257;p24"/>
          <p:cNvGrpSpPr/>
          <p:nvPr/>
        </p:nvGrpSpPr>
        <p:grpSpPr>
          <a:xfrm>
            <a:off x="712440" y="530640"/>
            <a:ext cx="8584920" cy="4412520"/>
            <a:chOff x="712440" y="530640"/>
            <a:chExt cx="8584920" cy="4412520"/>
          </a:xfrm>
        </p:grpSpPr>
        <p:grpSp>
          <p:nvGrpSpPr>
            <p:cNvPr id="168" name="Google Shape;258;p24"/>
            <p:cNvGrpSpPr/>
            <p:nvPr/>
          </p:nvGrpSpPr>
          <p:grpSpPr>
            <a:xfrm>
              <a:off x="712440" y="4803480"/>
              <a:ext cx="7718040" cy="139680"/>
              <a:chOff x="712440" y="4803480"/>
              <a:chExt cx="7718040" cy="139680"/>
            </a:xfrm>
          </p:grpSpPr>
          <p:sp>
            <p:nvSpPr>
              <p:cNvPr id="169" name="Google Shape;259;p24"/>
              <p:cNvSpPr/>
              <p:nvPr/>
            </p:nvSpPr>
            <p:spPr>
              <a:xfrm flipV="1">
                <a:off x="4501800" y="4803480"/>
                <a:ext cx="139680" cy="139680"/>
              </a:xfrm>
              <a:prstGeom prst="plaque">
                <a:avLst>
                  <a:gd name="adj" fmla="val 50000"/>
                </a:avLst>
              </a:prstGeom>
              <a:solidFill>
                <a:schemeClr val="dk2"/>
              </a:solidFill>
              <a:ln w="9360">
                <a:solidFill>
                  <a:schemeClr val="dk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0520" bIns="20520" anchor="ctr">
                <a:noAutofit/>
              </a:bodyPr>
              <a:lstStyle/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170" name="Google Shape;260;p24"/>
              <p:cNvCxnSpPr/>
              <p:nvPr/>
            </p:nvCxnSpPr>
            <p:spPr>
              <a:xfrm flipH="1">
                <a:off x="712440" y="4873320"/>
                <a:ext cx="3789720" cy="360"/>
              </a:xfrm>
              <a:prstGeom prst="straightConnector1">
                <a:avLst/>
              </a:prstGeom>
              <a:ln w="9360">
                <a:solidFill>
                  <a:schemeClr val="dk2"/>
                </a:solidFill>
                <a:round/>
              </a:ln>
            </p:spPr>
          </p:cxnSp>
          <p:cxnSp>
            <p:nvCxnSpPr>
              <p:cNvPr id="171" name="Google Shape;261;p24"/>
              <p:cNvCxnSpPr/>
              <p:nvPr/>
            </p:nvCxnSpPr>
            <p:spPr>
              <a:xfrm>
                <a:off x="4641840" y="4873320"/>
                <a:ext cx="3789000" cy="360"/>
              </a:xfrm>
              <a:prstGeom prst="straightConnector1">
                <a:avLst/>
              </a:prstGeom>
              <a:ln w="9360">
                <a:solidFill>
                  <a:schemeClr val="dk2"/>
                </a:solidFill>
                <a:round/>
              </a:ln>
            </p:spPr>
          </p:cxnSp>
        </p:grpSp>
        <p:grpSp>
          <p:nvGrpSpPr>
            <p:cNvPr id="172" name="Google Shape;262;p24"/>
            <p:cNvGrpSpPr/>
            <p:nvPr/>
          </p:nvGrpSpPr>
          <p:grpSpPr>
            <a:xfrm>
              <a:off x="8027280" y="530640"/>
              <a:ext cx="1270080" cy="511200"/>
              <a:chOff x="8027280" y="530640"/>
              <a:chExt cx="1270080" cy="511200"/>
            </a:xfrm>
          </p:grpSpPr>
          <p:sp>
            <p:nvSpPr>
              <p:cNvPr id="173" name="Google Shape;263;p24"/>
              <p:cNvSpPr/>
              <p:nvPr/>
            </p:nvSpPr>
            <p:spPr>
              <a:xfrm flipV="1">
                <a:off x="8027280" y="900720"/>
                <a:ext cx="1270080" cy="140760"/>
              </a:xfrm>
              <a:custGeom>
                <a:avLst/>
                <a:gdLst>
                  <a:gd name="textAreaLeft" fmla="*/ 0 w 1270080"/>
                  <a:gd name="textAreaRight" fmla="*/ 1270440 w 1270080"/>
                  <a:gd name="textAreaTop" fmla="*/ -360 h 140760"/>
                  <a:gd name="textAreaBottom" fmla="*/ 140760 h 140760"/>
                </a:gdLst>
                <a:ahLst/>
                <a:cxnLst/>
                <a:rect l="textAreaLeft" t="textAreaTop" r="textAreaRight" b="textAreaBottom"/>
                <a:pathLst>
                  <a:path w="50824" h="5648" fill="none">
                    <a:moveTo>
                      <a:pt x="0" y="1"/>
                    </a:moveTo>
                    <a:cubicBezTo>
                      <a:pt x="4238" y="1"/>
                      <a:pt x="4238" y="5648"/>
                      <a:pt x="8466" y="5648"/>
                    </a:cubicBezTo>
                    <a:cubicBezTo>
                      <a:pt x="12704" y="5648"/>
                      <a:pt x="12704" y="1"/>
                      <a:pt x="16941" y="1"/>
                    </a:cubicBezTo>
                    <a:cubicBezTo>
                      <a:pt x="21179" y="1"/>
                      <a:pt x="21179" y="5648"/>
                      <a:pt x="25408" y="5648"/>
                    </a:cubicBezTo>
                    <a:cubicBezTo>
                      <a:pt x="29645" y="5648"/>
                      <a:pt x="29645" y="1"/>
                      <a:pt x="33883" y="1"/>
                    </a:cubicBezTo>
                    <a:cubicBezTo>
                      <a:pt x="38120" y="1"/>
                      <a:pt x="38120" y="5648"/>
                      <a:pt x="42358" y="5648"/>
                    </a:cubicBezTo>
                    <a:cubicBezTo>
                      <a:pt x="46586" y="5648"/>
                      <a:pt x="46586" y="1"/>
                      <a:pt x="50824" y="1"/>
                    </a:cubicBezTo>
                  </a:path>
                </a:pathLst>
              </a:custGeom>
              <a:noFill/>
              <a:ln w="9360">
                <a:solidFill>
                  <a:schemeClr val="lt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560" bIns="7056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" name="Google Shape;264;p24"/>
              <p:cNvSpPr/>
              <p:nvPr/>
            </p:nvSpPr>
            <p:spPr>
              <a:xfrm flipV="1">
                <a:off x="8027280" y="714960"/>
                <a:ext cx="1270080" cy="140760"/>
              </a:xfrm>
              <a:custGeom>
                <a:avLst/>
                <a:gdLst>
                  <a:gd name="textAreaLeft" fmla="*/ 0 w 1270080"/>
                  <a:gd name="textAreaRight" fmla="*/ 1270440 w 1270080"/>
                  <a:gd name="textAreaTop" fmla="*/ -360 h 140760"/>
                  <a:gd name="textAreaBottom" fmla="*/ 140760 h 140760"/>
                </a:gdLst>
                <a:ahLst/>
                <a:cxnLst/>
                <a:rect l="textAreaLeft" t="textAreaTop" r="textAreaRight" b="textAreaBottom"/>
                <a:pathLst>
                  <a:path w="50824" h="5648" fill="none">
                    <a:moveTo>
                      <a:pt x="0" y="0"/>
                    </a:moveTo>
                    <a:cubicBezTo>
                      <a:pt x="4238" y="0"/>
                      <a:pt x="4238" y="5647"/>
                      <a:pt x="8466" y="5647"/>
                    </a:cubicBezTo>
                    <a:cubicBezTo>
                      <a:pt x="12704" y="5647"/>
                      <a:pt x="12704" y="0"/>
                      <a:pt x="16941" y="0"/>
                    </a:cubicBezTo>
                    <a:cubicBezTo>
                      <a:pt x="21179" y="0"/>
                      <a:pt x="21179" y="5647"/>
                      <a:pt x="25408" y="5647"/>
                    </a:cubicBezTo>
                    <a:cubicBezTo>
                      <a:pt x="29645" y="5647"/>
                      <a:pt x="29645" y="0"/>
                      <a:pt x="33883" y="0"/>
                    </a:cubicBezTo>
                    <a:cubicBezTo>
                      <a:pt x="38120" y="0"/>
                      <a:pt x="38120" y="5647"/>
                      <a:pt x="42358" y="5647"/>
                    </a:cubicBezTo>
                    <a:cubicBezTo>
                      <a:pt x="46586" y="5647"/>
                      <a:pt x="46586" y="0"/>
                      <a:pt x="50824" y="0"/>
                    </a:cubicBezTo>
                  </a:path>
                </a:pathLst>
              </a:custGeom>
              <a:noFill/>
              <a:ln w="9360">
                <a:solidFill>
                  <a:schemeClr val="lt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560" bIns="7056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" name="Google Shape;265;p24"/>
              <p:cNvSpPr/>
              <p:nvPr/>
            </p:nvSpPr>
            <p:spPr>
              <a:xfrm flipV="1">
                <a:off x="8027280" y="529920"/>
                <a:ext cx="1270080" cy="140760"/>
              </a:xfrm>
              <a:custGeom>
                <a:avLst/>
                <a:gdLst>
                  <a:gd name="textAreaLeft" fmla="*/ 0 w 1270080"/>
                  <a:gd name="textAreaRight" fmla="*/ 1270440 w 1270080"/>
                  <a:gd name="textAreaTop" fmla="*/ -360 h 140760"/>
                  <a:gd name="textAreaBottom" fmla="*/ 140760 h 140760"/>
                </a:gdLst>
                <a:ahLst/>
                <a:cxnLst/>
                <a:rect l="textAreaLeft" t="textAreaTop" r="textAreaRight" b="textAreaBottom"/>
                <a:pathLst>
                  <a:path w="50824" h="5648" fill="none">
                    <a:moveTo>
                      <a:pt x="0" y="1"/>
                    </a:moveTo>
                    <a:cubicBezTo>
                      <a:pt x="4238" y="1"/>
                      <a:pt x="4238" y="5648"/>
                      <a:pt x="8466" y="5648"/>
                    </a:cubicBezTo>
                    <a:cubicBezTo>
                      <a:pt x="12704" y="5648"/>
                      <a:pt x="12704" y="1"/>
                      <a:pt x="16941" y="1"/>
                    </a:cubicBezTo>
                    <a:cubicBezTo>
                      <a:pt x="21179" y="1"/>
                      <a:pt x="21179" y="5648"/>
                      <a:pt x="25408" y="5648"/>
                    </a:cubicBezTo>
                    <a:cubicBezTo>
                      <a:pt x="29645" y="5648"/>
                      <a:pt x="29645" y="1"/>
                      <a:pt x="33883" y="1"/>
                    </a:cubicBezTo>
                    <a:cubicBezTo>
                      <a:pt x="38120" y="1"/>
                      <a:pt x="38120" y="5648"/>
                      <a:pt x="42358" y="5648"/>
                    </a:cubicBezTo>
                    <a:cubicBezTo>
                      <a:pt x="46586" y="5648"/>
                      <a:pt x="46586" y="1"/>
                      <a:pt x="50824" y="1"/>
                    </a:cubicBezTo>
                  </a:path>
                </a:pathLst>
              </a:custGeom>
              <a:noFill/>
              <a:ln w="9360">
                <a:solidFill>
                  <a:schemeClr val="lt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560" bIns="7056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29" name="Google Shape;49;p5"/>
          <p:cNvGrpSpPr/>
          <p:nvPr/>
        </p:nvGrpSpPr>
        <p:grpSpPr>
          <a:xfrm>
            <a:off x="0" y="4604400"/>
            <a:ext cx="9142560" cy="539280"/>
            <a:chOff x="0" y="4604400"/>
            <a:chExt cx="9142560" cy="539280"/>
          </a:xfrm>
        </p:grpSpPr>
        <p:sp>
          <p:nvSpPr>
            <p:cNvPr id="230" name="Google Shape;50;p5"/>
            <p:cNvSpPr/>
            <p:nvPr/>
          </p:nvSpPr>
          <p:spPr>
            <a:xfrm>
              <a:off x="0" y="4604400"/>
              <a:ext cx="4571640" cy="539280"/>
            </a:xfrm>
            <a:prstGeom prst="rtTriangl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0" bIns="90000" anchor="ctr">
              <a:noAutofit/>
            </a:bodyPr>
            <a:lstStyle/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Google Shape;51;p5"/>
            <p:cNvSpPr/>
            <p:nvPr/>
          </p:nvSpPr>
          <p:spPr>
            <a:xfrm flipH="1">
              <a:off x="4570560" y="4604400"/>
              <a:ext cx="4571640" cy="539280"/>
            </a:xfrm>
            <a:prstGeom prst="rtTriangl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0" bIns="90000" anchor="ctr">
              <a:noAutofit/>
            </a:bodyPr>
            <a:lstStyle/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2" name="Google Shape;52;p5"/>
          <p:cNvGrpSpPr/>
          <p:nvPr/>
        </p:nvGrpSpPr>
        <p:grpSpPr>
          <a:xfrm>
            <a:off x="335880" y="-1263960"/>
            <a:ext cx="9365040" cy="4063680"/>
            <a:chOff x="335880" y="-1263960"/>
            <a:chExt cx="9365040" cy="4063680"/>
          </a:xfrm>
        </p:grpSpPr>
        <p:grpSp>
          <p:nvGrpSpPr>
            <p:cNvPr id="233" name="Google Shape;53;p5"/>
            <p:cNvGrpSpPr/>
            <p:nvPr/>
          </p:nvGrpSpPr>
          <p:grpSpPr>
            <a:xfrm>
              <a:off x="8430840" y="256320"/>
              <a:ext cx="1270080" cy="511200"/>
              <a:chOff x="8430840" y="256320"/>
              <a:chExt cx="1270080" cy="511200"/>
            </a:xfrm>
          </p:grpSpPr>
          <p:sp>
            <p:nvSpPr>
              <p:cNvPr id="234" name="Google Shape;54;p5"/>
              <p:cNvSpPr/>
              <p:nvPr/>
            </p:nvSpPr>
            <p:spPr>
              <a:xfrm>
                <a:off x="8430840" y="256320"/>
                <a:ext cx="1270080" cy="140760"/>
              </a:xfrm>
              <a:custGeom>
                <a:avLst/>
                <a:gdLst>
                  <a:gd name="textAreaLeft" fmla="*/ 0 w 1270080"/>
                  <a:gd name="textAreaRight" fmla="*/ 1270440 w 1270080"/>
                  <a:gd name="textAreaTop" fmla="*/ 0 h 140760"/>
                  <a:gd name="textAreaBottom" fmla="*/ 141120 h 140760"/>
                </a:gdLst>
                <a:ahLst/>
                <a:cxnLst/>
                <a:rect l="textAreaLeft" t="textAreaTop" r="textAreaRight" b="textAreaBottom"/>
                <a:pathLst>
                  <a:path w="50824" h="5648" fill="none">
                    <a:moveTo>
                      <a:pt x="0" y="1"/>
                    </a:moveTo>
                    <a:cubicBezTo>
                      <a:pt x="4238" y="1"/>
                      <a:pt x="4238" y="5648"/>
                      <a:pt x="8466" y="5648"/>
                    </a:cubicBezTo>
                    <a:cubicBezTo>
                      <a:pt x="12704" y="5648"/>
                      <a:pt x="12704" y="1"/>
                      <a:pt x="16941" y="1"/>
                    </a:cubicBezTo>
                    <a:cubicBezTo>
                      <a:pt x="21179" y="1"/>
                      <a:pt x="21179" y="5648"/>
                      <a:pt x="25408" y="5648"/>
                    </a:cubicBezTo>
                    <a:cubicBezTo>
                      <a:pt x="29645" y="5648"/>
                      <a:pt x="29645" y="1"/>
                      <a:pt x="33883" y="1"/>
                    </a:cubicBezTo>
                    <a:cubicBezTo>
                      <a:pt x="38120" y="1"/>
                      <a:pt x="38120" y="5648"/>
                      <a:pt x="42358" y="5648"/>
                    </a:cubicBezTo>
                    <a:cubicBezTo>
                      <a:pt x="46586" y="5648"/>
                      <a:pt x="46586" y="1"/>
                      <a:pt x="50824" y="1"/>
                    </a:cubicBezTo>
                  </a:path>
                </a:pathLst>
              </a:custGeom>
              <a:noFill/>
              <a:ln w="9360">
                <a:solidFill>
                  <a:schemeClr val="dk2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560" bIns="7056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5" name="Google Shape;55;p5"/>
              <p:cNvSpPr/>
              <p:nvPr/>
            </p:nvSpPr>
            <p:spPr>
              <a:xfrm>
                <a:off x="8430840" y="441720"/>
                <a:ext cx="1270080" cy="140760"/>
              </a:xfrm>
              <a:custGeom>
                <a:avLst/>
                <a:gdLst>
                  <a:gd name="textAreaLeft" fmla="*/ 0 w 1270080"/>
                  <a:gd name="textAreaRight" fmla="*/ 1270440 w 1270080"/>
                  <a:gd name="textAreaTop" fmla="*/ 0 h 140760"/>
                  <a:gd name="textAreaBottom" fmla="*/ 141120 h 140760"/>
                </a:gdLst>
                <a:ahLst/>
                <a:cxnLst/>
                <a:rect l="textAreaLeft" t="textAreaTop" r="textAreaRight" b="textAreaBottom"/>
                <a:pathLst>
                  <a:path w="50824" h="5648" fill="none">
                    <a:moveTo>
                      <a:pt x="0" y="0"/>
                    </a:moveTo>
                    <a:cubicBezTo>
                      <a:pt x="4238" y="0"/>
                      <a:pt x="4238" y="5647"/>
                      <a:pt x="8466" y="5647"/>
                    </a:cubicBezTo>
                    <a:cubicBezTo>
                      <a:pt x="12704" y="5647"/>
                      <a:pt x="12704" y="0"/>
                      <a:pt x="16941" y="0"/>
                    </a:cubicBezTo>
                    <a:cubicBezTo>
                      <a:pt x="21179" y="0"/>
                      <a:pt x="21179" y="5647"/>
                      <a:pt x="25408" y="5647"/>
                    </a:cubicBezTo>
                    <a:cubicBezTo>
                      <a:pt x="29645" y="5647"/>
                      <a:pt x="29645" y="0"/>
                      <a:pt x="33883" y="0"/>
                    </a:cubicBezTo>
                    <a:cubicBezTo>
                      <a:pt x="38120" y="0"/>
                      <a:pt x="38120" y="5647"/>
                      <a:pt x="42358" y="5647"/>
                    </a:cubicBezTo>
                    <a:cubicBezTo>
                      <a:pt x="46586" y="5647"/>
                      <a:pt x="46586" y="0"/>
                      <a:pt x="50824" y="0"/>
                    </a:cubicBezTo>
                  </a:path>
                </a:pathLst>
              </a:custGeom>
              <a:noFill/>
              <a:ln w="9360">
                <a:solidFill>
                  <a:schemeClr val="dk2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560" bIns="7056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6" name="Google Shape;56;p5"/>
              <p:cNvSpPr/>
              <p:nvPr/>
            </p:nvSpPr>
            <p:spPr>
              <a:xfrm>
                <a:off x="8430840" y="626760"/>
                <a:ext cx="1270080" cy="140760"/>
              </a:xfrm>
              <a:custGeom>
                <a:avLst/>
                <a:gdLst>
                  <a:gd name="textAreaLeft" fmla="*/ 0 w 1270080"/>
                  <a:gd name="textAreaRight" fmla="*/ 1270440 w 1270080"/>
                  <a:gd name="textAreaTop" fmla="*/ 0 h 140760"/>
                  <a:gd name="textAreaBottom" fmla="*/ 141120 h 140760"/>
                </a:gdLst>
                <a:ahLst/>
                <a:cxnLst/>
                <a:rect l="textAreaLeft" t="textAreaTop" r="textAreaRight" b="textAreaBottom"/>
                <a:pathLst>
                  <a:path w="50824" h="5648" fill="none">
                    <a:moveTo>
                      <a:pt x="0" y="1"/>
                    </a:moveTo>
                    <a:cubicBezTo>
                      <a:pt x="4238" y="1"/>
                      <a:pt x="4238" y="5648"/>
                      <a:pt x="8466" y="5648"/>
                    </a:cubicBezTo>
                    <a:cubicBezTo>
                      <a:pt x="12704" y="5648"/>
                      <a:pt x="12704" y="1"/>
                      <a:pt x="16941" y="1"/>
                    </a:cubicBezTo>
                    <a:cubicBezTo>
                      <a:pt x="21179" y="1"/>
                      <a:pt x="21179" y="5648"/>
                      <a:pt x="25408" y="5648"/>
                    </a:cubicBezTo>
                    <a:cubicBezTo>
                      <a:pt x="29645" y="5648"/>
                      <a:pt x="29645" y="1"/>
                      <a:pt x="33883" y="1"/>
                    </a:cubicBezTo>
                    <a:cubicBezTo>
                      <a:pt x="38120" y="1"/>
                      <a:pt x="38120" y="5648"/>
                      <a:pt x="42358" y="5648"/>
                    </a:cubicBezTo>
                    <a:cubicBezTo>
                      <a:pt x="46586" y="5648"/>
                      <a:pt x="46586" y="1"/>
                      <a:pt x="50824" y="1"/>
                    </a:cubicBezTo>
                  </a:path>
                </a:pathLst>
              </a:custGeom>
              <a:noFill/>
              <a:ln w="9360">
                <a:solidFill>
                  <a:schemeClr val="dk2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560" bIns="7056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7" name="Google Shape;57;p5"/>
            <p:cNvGrpSpPr/>
            <p:nvPr/>
          </p:nvGrpSpPr>
          <p:grpSpPr>
            <a:xfrm>
              <a:off x="335880" y="-1263960"/>
              <a:ext cx="139680" cy="4063680"/>
              <a:chOff x="335880" y="-1263960"/>
              <a:chExt cx="139680" cy="4063680"/>
            </a:xfrm>
          </p:grpSpPr>
          <p:sp>
            <p:nvSpPr>
              <p:cNvPr id="238" name="Google Shape;58;p5"/>
              <p:cNvSpPr/>
              <p:nvPr/>
            </p:nvSpPr>
            <p:spPr>
              <a:xfrm>
                <a:off x="335880" y="2660040"/>
                <a:ext cx="139680" cy="139680"/>
              </a:xfrm>
              <a:prstGeom prst="plaque">
                <a:avLst>
                  <a:gd name="adj" fmla="val 50000"/>
                </a:avLst>
              </a:prstGeom>
              <a:solidFill>
                <a:schemeClr val="dk2"/>
              </a:solidFill>
              <a:ln w="9360">
                <a:solidFill>
                  <a:schemeClr val="dk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0520" bIns="20520" anchor="ctr">
                <a:noAutofit/>
              </a:bodyPr>
              <a:lstStyle/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239" name="Google Shape;59;p5"/>
              <p:cNvCxnSpPr/>
              <p:nvPr/>
            </p:nvCxnSpPr>
            <p:spPr>
              <a:xfrm>
                <a:off x="405720" y="-1263960"/>
                <a:ext cx="360" cy="3924000"/>
              </a:xfrm>
              <a:prstGeom prst="straightConnector1">
                <a:avLst/>
              </a:prstGeom>
              <a:ln w="9360">
                <a:solidFill>
                  <a:schemeClr val="dk2"/>
                </a:solidFill>
                <a:round/>
              </a:ln>
            </p:spPr>
          </p:cxnSp>
        </p:grpSp>
      </p:grp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body"/>
          </p:nvPr>
        </p:nvSpPr>
        <p:spPr>
          <a:xfrm>
            <a:off x="3020760" y="2399040"/>
            <a:ext cx="5015880" cy="152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55" name="PlaceHolder 2"/>
          <p:cNvSpPr>
            <a:spLocks noGrp="1"/>
          </p:cNvSpPr>
          <p:nvPr>
            <p:ph type="title"/>
          </p:nvPr>
        </p:nvSpPr>
        <p:spPr>
          <a:xfrm>
            <a:off x="3020760" y="1221840"/>
            <a:ext cx="5015880" cy="1099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6" name="Google Shape;71;p7"/>
          <p:cNvSpPr/>
          <p:nvPr/>
        </p:nvSpPr>
        <p:spPr>
          <a:xfrm>
            <a:off x="0" y="1255320"/>
            <a:ext cx="2606400" cy="3888000"/>
          </a:xfrm>
          <a:prstGeom prst="rtTriangle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57" name="Google Shape;72;p7"/>
          <p:cNvGrpSpPr/>
          <p:nvPr/>
        </p:nvGrpSpPr>
        <p:grpSpPr>
          <a:xfrm>
            <a:off x="-5760" y="260640"/>
            <a:ext cx="8436240" cy="4702680"/>
            <a:chOff x="-5760" y="260640"/>
            <a:chExt cx="8436240" cy="4702680"/>
          </a:xfrm>
        </p:grpSpPr>
        <p:grpSp>
          <p:nvGrpSpPr>
            <p:cNvPr id="258" name="Google Shape;73;p7"/>
            <p:cNvGrpSpPr/>
            <p:nvPr/>
          </p:nvGrpSpPr>
          <p:grpSpPr>
            <a:xfrm>
              <a:off x="-5760" y="4452120"/>
              <a:ext cx="1270080" cy="511200"/>
              <a:chOff x="-5760" y="4452120"/>
              <a:chExt cx="1270080" cy="511200"/>
            </a:xfrm>
          </p:grpSpPr>
          <p:sp>
            <p:nvSpPr>
              <p:cNvPr id="259" name="Google Shape;74;p7"/>
              <p:cNvSpPr/>
              <p:nvPr/>
            </p:nvSpPr>
            <p:spPr>
              <a:xfrm>
                <a:off x="-5760" y="4452120"/>
                <a:ext cx="1270080" cy="140760"/>
              </a:xfrm>
              <a:custGeom>
                <a:avLst/>
                <a:gdLst>
                  <a:gd name="textAreaLeft" fmla="*/ 0 w 1270080"/>
                  <a:gd name="textAreaRight" fmla="*/ 1270440 w 1270080"/>
                  <a:gd name="textAreaTop" fmla="*/ 0 h 140760"/>
                  <a:gd name="textAreaBottom" fmla="*/ 141120 h 140760"/>
                </a:gdLst>
                <a:ahLst/>
                <a:cxnLst/>
                <a:rect l="textAreaLeft" t="textAreaTop" r="textAreaRight" b="textAreaBottom"/>
                <a:pathLst>
                  <a:path w="50824" h="5648" fill="none">
                    <a:moveTo>
                      <a:pt x="0" y="1"/>
                    </a:moveTo>
                    <a:cubicBezTo>
                      <a:pt x="4238" y="1"/>
                      <a:pt x="4238" y="5648"/>
                      <a:pt x="8466" y="5648"/>
                    </a:cubicBezTo>
                    <a:cubicBezTo>
                      <a:pt x="12704" y="5648"/>
                      <a:pt x="12704" y="1"/>
                      <a:pt x="16941" y="1"/>
                    </a:cubicBezTo>
                    <a:cubicBezTo>
                      <a:pt x="21179" y="1"/>
                      <a:pt x="21179" y="5648"/>
                      <a:pt x="25408" y="5648"/>
                    </a:cubicBezTo>
                    <a:cubicBezTo>
                      <a:pt x="29645" y="5648"/>
                      <a:pt x="29645" y="1"/>
                      <a:pt x="33883" y="1"/>
                    </a:cubicBezTo>
                    <a:cubicBezTo>
                      <a:pt x="38120" y="1"/>
                      <a:pt x="38120" y="5648"/>
                      <a:pt x="42358" y="5648"/>
                    </a:cubicBezTo>
                    <a:cubicBezTo>
                      <a:pt x="46586" y="5648"/>
                      <a:pt x="46586" y="1"/>
                      <a:pt x="50824" y="1"/>
                    </a:cubicBezTo>
                  </a:path>
                </a:pathLst>
              </a:custGeom>
              <a:noFill/>
              <a:ln w="9360">
                <a:solidFill>
                  <a:schemeClr val="lt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560" bIns="7056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0" name="Google Shape;75;p7"/>
              <p:cNvSpPr/>
              <p:nvPr/>
            </p:nvSpPr>
            <p:spPr>
              <a:xfrm>
                <a:off x="-5760" y="4637160"/>
                <a:ext cx="1270080" cy="140760"/>
              </a:xfrm>
              <a:custGeom>
                <a:avLst/>
                <a:gdLst>
                  <a:gd name="textAreaLeft" fmla="*/ 0 w 1270080"/>
                  <a:gd name="textAreaRight" fmla="*/ 1270440 w 1270080"/>
                  <a:gd name="textAreaTop" fmla="*/ 0 h 140760"/>
                  <a:gd name="textAreaBottom" fmla="*/ 141120 h 140760"/>
                </a:gdLst>
                <a:ahLst/>
                <a:cxnLst/>
                <a:rect l="textAreaLeft" t="textAreaTop" r="textAreaRight" b="textAreaBottom"/>
                <a:pathLst>
                  <a:path w="50824" h="5648" fill="none">
                    <a:moveTo>
                      <a:pt x="0" y="0"/>
                    </a:moveTo>
                    <a:cubicBezTo>
                      <a:pt x="4238" y="0"/>
                      <a:pt x="4238" y="5647"/>
                      <a:pt x="8466" y="5647"/>
                    </a:cubicBezTo>
                    <a:cubicBezTo>
                      <a:pt x="12704" y="5647"/>
                      <a:pt x="12704" y="0"/>
                      <a:pt x="16941" y="0"/>
                    </a:cubicBezTo>
                    <a:cubicBezTo>
                      <a:pt x="21179" y="0"/>
                      <a:pt x="21179" y="5647"/>
                      <a:pt x="25408" y="5647"/>
                    </a:cubicBezTo>
                    <a:cubicBezTo>
                      <a:pt x="29645" y="5647"/>
                      <a:pt x="29645" y="0"/>
                      <a:pt x="33883" y="0"/>
                    </a:cubicBezTo>
                    <a:cubicBezTo>
                      <a:pt x="38120" y="0"/>
                      <a:pt x="38120" y="5647"/>
                      <a:pt x="42358" y="5647"/>
                    </a:cubicBezTo>
                    <a:cubicBezTo>
                      <a:pt x="46586" y="5647"/>
                      <a:pt x="46586" y="0"/>
                      <a:pt x="50824" y="0"/>
                    </a:cubicBezTo>
                  </a:path>
                </a:pathLst>
              </a:custGeom>
              <a:noFill/>
              <a:ln w="9360">
                <a:solidFill>
                  <a:schemeClr val="lt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560" bIns="7056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1" name="Google Shape;76;p7"/>
              <p:cNvSpPr/>
              <p:nvPr/>
            </p:nvSpPr>
            <p:spPr>
              <a:xfrm>
                <a:off x="-5760" y="4822560"/>
                <a:ext cx="1270080" cy="140760"/>
              </a:xfrm>
              <a:custGeom>
                <a:avLst/>
                <a:gdLst>
                  <a:gd name="textAreaLeft" fmla="*/ 0 w 1270080"/>
                  <a:gd name="textAreaRight" fmla="*/ 1270440 w 1270080"/>
                  <a:gd name="textAreaTop" fmla="*/ 0 h 140760"/>
                  <a:gd name="textAreaBottom" fmla="*/ 141120 h 140760"/>
                </a:gdLst>
                <a:ahLst/>
                <a:cxnLst/>
                <a:rect l="textAreaLeft" t="textAreaTop" r="textAreaRight" b="textAreaBottom"/>
                <a:pathLst>
                  <a:path w="50824" h="5648" fill="none">
                    <a:moveTo>
                      <a:pt x="0" y="1"/>
                    </a:moveTo>
                    <a:cubicBezTo>
                      <a:pt x="4238" y="1"/>
                      <a:pt x="4238" y="5648"/>
                      <a:pt x="8466" y="5648"/>
                    </a:cubicBezTo>
                    <a:cubicBezTo>
                      <a:pt x="12704" y="5648"/>
                      <a:pt x="12704" y="1"/>
                      <a:pt x="16941" y="1"/>
                    </a:cubicBezTo>
                    <a:cubicBezTo>
                      <a:pt x="21179" y="1"/>
                      <a:pt x="21179" y="5648"/>
                      <a:pt x="25408" y="5648"/>
                    </a:cubicBezTo>
                    <a:cubicBezTo>
                      <a:pt x="29645" y="5648"/>
                      <a:pt x="29645" y="1"/>
                      <a:pt x="33883" y="1"/>
                    </a:cubicBezTo>
                    <a:cubicBezTo>
                      <a:pt x="38120" y="1"/>
                      <a:pt x="38120" y="5648"/>
                      <a:pt x="42358" y="5648"/>
                    </a:cubicBezTo>
                    <a:cubicBezTo>
                      <a:pt x="46586" y="5648"/>
                      <a:pt x="46586" y="1"/>
                      <a:pt x="50824" y="1"/>
                    </a:cubicBezTo>
                  </a:path>
                </a:pathLst>
              </a:custGeom>
              <a:noFill/>
              <a:ln w="9360">
                <a:solidFill>
                  <a:schemeClr val="lt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560" bIns="7056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62" name="Google Shape;77;p7"/>
            <p:cNvGrpSpPr/>
            <p:nvPr/>
          </p:nvGrpSpPr>
          <p:grpSpPr>
            <a:xfrm>
              <a:off x="712440" y="260640"/>
              <a:ext cx="7718040" cy="139680"/>
              <a:chOff x="712440" y="260640"/>
              <a:chExt cx="7718040" cy="139680"/>
            </a:xfrm>
          </p:grpSpPr>
          <p:sp>
            <p:nvSpPr>
              <p:cNvPr id="263" name="Google Shape;78;p7"/>
              <p:cNvSpPr/>
              <p:nvPr/>
            </p:nvSpPr>
            <p:spPr>
              <a:xfrm>
                <a:off x="4501800" y="260640"/>
                <a:ext cx="139680" cy="139680"/>
              </a:xfrm>
              <a:prstGeom prst="plaque">
                <a:avLst>
                  <a:gd name="adj" fmla="val 50000"/>
                </a:avLst>
              </a:prstGeom>
              <a:solidFill>
                <a:schemeClr val="dk2"/>
              </a:solidFill>
              <a:ln w="9360">
                <a:solidFill>
                  <a:schemeClr val="dk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0520" bIns="20520" anchor="ctr">
                <a:noAutofit/>
              </a:bodyPr>
              <a:lstStyle/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264" name="Google Shape;79;p7"/>
              <p:cNvCxnSpPr/>
              <p:nvPr/>
            </p:nvCxnSpPr>
            <p:spPr>
              <a:xfrm flipH="1">
                <a:off x="712440" y="330480"/>
                <a:ext cx="3789720" cy="360"/>
              </a:xfrm>
              <a:prstGeom prst="straightConnector1">
                <a:avLst/>
              </a:prstGeom>
              <a:ln w="9360">
                <a:solidFill>
                  <a:schemeClr val="dk2"/>
                </a:solidFill>
                <a:round/>
              </a:ln>
            </p:spPr>
          </p:cxnSp>
          <p:cxnSp>
            <p:nvCxnSpPr>
              <p:cNvPr id="265" name="Google Shape;80;p7"/>
              <p:cNvCxnSpPr/>
              <p:nvPr/>
            </p:nvCxnSpPr>
            <p:spPr>
              <a:xfrm>
                <a:off x="4641840" y="330480"/>
                <a:ext cx="3789000" cy="360"/>
              </a:xfrm>
              <a:prstGeom prst="straightConnector1">
                <a:avLst/>
              </a:prstGeom>
              <a:ln w="9360">
                <a:solidFill>
                  <a:schemeClr val="dk2"/>
                </a:solidFill>
                <a:round/>
              </a:ln>
            </p:spPr>
          </p:cxn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705600" y="1483920"/>
            <a:ext cx="5150880" cy="1259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0" u="none" strike="noStrike">
                <a:solidFill>
                  <a:schemeClr val="dk1"/>
                </a:solidFill>
                <a:effectLst/>
                <a:uFillTx/>
                <a:latin typeface="Playfair Display"/>
                <a:ea typeface="Playfair Display"/>
              </a:rPr>
              <a:t>Research Showcase Portal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subTitle"/>
          </p:nvPr>
        </p:nvSpPr>
        <p:spPr>
          <a:xfrm>
            <a:off x="705960" y="3625920"/>
            <a:ext cx="2715840" cy="94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u="none" strike="noStrike">
                <a:solidFill>
                  <a:schemeClr val="dk1"/>
                </a:solidFill>
                <a:effectLst/>
                <a:uFillTx/>
                <a:ea typeface="Catamaran"/>
              </a:rPr>
              <a:t>Software Engineering 1</a:t>
            </a:r>
            <a:br>
              <a:rPr sz="1400"/>
            </a:br>
            <a:r>
              <a:rPr lang="en" sz="1400" u="none" strike="noStrike">
                <a:solidFill>
                  <a:schemeClr val="dk1"/>
                </a:solidFill>
                <a:effectLst/>
                <a:uFillTx/>
                <a:ea typeface="Catamaran"/>
              </a:rPr>
              <a:t>University of Luxembourg</a:t>
            </a:r>
            <a:br>
              <a:rPr sz="1400"/>
            </a:br>
            <a:r>
              <a:rPr lang="en" sz="1400" u="none" strike="noStrike">
                <a:solidFill>
                  <a:schemeClr val="dk1"/>
                </a:solidFill>
                <a:effectLst/>
                <a:uFillTx/>
                <a:ea typeface="Catamaran"/>
              </a:rPr>
              <a:t>Group 10</a:t>
            </a:r>
            <a:endParaRPr lang="en-US" sz="1400" u="none" strike="noStrike"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3020760" y="457200"/>
            <a:ext cx="5015880" cy="1099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100" b="0" u="none" strike="noStrike">
                <a:solidFill>
                  <a:schemeClr val="dk1"/>
                </a:solidFill>
                <a:effectLst/>
                <a:uFillTx/>
                <a:latin typeface="Playfair Display"/>
                <a:ea typeface="Playfair Display"/>
              </a:rPr>
              <a:t>Our Vision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3020760" y="2057400"/>
            <a:ext cx="5015880" cy="2514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Simple, functional website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Easy research sharing and discovery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Endorse discussions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Voice for everyone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Semi-formal “vibe”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713160" y="3124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0" u="none" strike="noStrike">
                <a:solidFill>
                  <a:schemeClr val="dk1"/>
                </a:solidFill>
                <a:effectLst/>
                <a:uFillTx/>
                <a:latin typeface="Playfair Display"/>
                <a:ea typeface="Playfair Display"/>
              </a:rPr>
              <a:t>Inspirations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8" name="Picture 297"/>
          <p:cNvPicPr/>
          <p:nvPr/>
        </p:nvPicPr>
        <p:blipFill>
          <a:blip r:embed="rId2"/>
          <a:stretch/>
        </p:blipFill>
        <p:spPr>
          <a:xfrm>
            <a:off x="914760" y="1243440"/>
            <a:ext cx="7315200" cy="3328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754560" y="3420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0" u="none" strike="noStrike">
                <a:solidFill>
                  <a:schemeClr val="dk1"/>
                </a:solidFill>
                <a:effectLst/>
                <a:uFillTx/>
                <a:latin typeface="Playfair Display"/>
                <a:ea typeface="Playfair Display"/>
              </a:rPr>
              <a:t>Stakeholder Roles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736200" y="1492200"/>
            <a:ext cx="7722000" cy="267620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marL="285750" indent="-285750"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Anonymous User: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search, read, share/cite published research</a:t>
            </a:r>
            <a:endParaRPr lang="en-US"/>
          </a:p>
          <a:p>
            <a:pPr marL="171450" indent="-171450">
              <a:buClr>
                <a:srgbClr val="000000"/>
              </a:buClr>
              <a:buSzPct val="45000"/>
              <a:buFont typeface="Arial"/>
              <a:buChar char="•"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Registered User: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all of the above + comment, publish research, vote, report T&amp;C violations</a:t>
            </a:r>
          </a:p>
          <a:p>
            <a:pPr marL="171450" indent="-171450">
              <a:buClr>
                <a:srgbClr val="000000"/>
              </a:buClr>
              <a:buSzPct val="45000"/>
              <a:buFont typeface="Arial"/>
              <a:buChar char="•"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Researcher: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 of the above + review other users’ research, have a specia</a:t>
            </a:r>
            <a:r>
              <a:rPr lang="en-US">
                <a:solidFill>
                  <a:srgbClr val="000000"/>
                </a:solidFill>
                <a:latin typeface="Arial"/>
              </a:rPr>
              <a:t>l plaque when posting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450" indent="-171450">
              <a:buClr>
                <a:srgbClr val="000000"/>
              </a:buClr>
              <a:buSzPct val="45000"/>
              <a:buFont typeface="Arial"/>
              <a:buChar char="•"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Moderator: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handles T&amp;C reports; can approve initial researchers (cold-start problem)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6E834A-62ED-356C-40D6-5454D629BBC5}"/>
              </a:ext>
            </a:extLst>
          </p:cNvPr>
          <p:cNvSpPr/>
          <p:nvPr/>
        </p:nvSpPr>
        <p:spPr>
          <a:xfrm>
            <a:off x="520390" y="4698380"/>
            <a:ext cx="8073483" cy="2453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02" name="Table 301"/>
          <p:cNvGraphicFramePr/>
          <p:nvPr>
            <p:extLst>
              <p:ext uri="{D42A27DB-BD31-4B8C-83A1-F6EECF244321}">
                <p14:modId xmlns:p14="http://schemas.microsoft.com/office/powerpoint/2010/main" val="2820140671"/>
              </p:ext>
            </p:extLst>
          </p:nvPr>
        </p:nvGraphicFramePr>
        <p:xfrm>
          <a:off x="685440" y="1031156"/>
          <a:ext cx="7773120" cy="401733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3885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>
                          <a:solidFill>
                            <a:schemeClr val="tx1"/>
                          </a:solidFill>
                          <a:effectLst/>
                          <a:uFillTx/>
                          <a:latin typeface="Playfair Display" panose="00000500000000000000" pitchFamily="2" charset="0"/>
                        </a:rPr>
                        <a:t>Functional</a:t>
                      </a:r>
                      <a:endParaRPr lang="en-US" sz="1400" b="1" i="1" u="none" strike="noStrike">
                        <a:solidFill>
                          <a:schemeClr val="tx1"/>
                        </a:solidFill>
                        <a:effectLst/>
                        <a:uFillTx/>
                        <a:latin typeface="Playfair Display" panose="00000500000000000000" pitchFamily="2" charset="0"/>
                      </a:endParaRPr>
                    </a:p>
                  </a:txBody>
                  <a:tcPr marL="38254" marR="38254" marT="48582" marB="48582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>
                          <a:solidFill>
                            <a:schemeClr val="tx1"/>
                          </a:solidFill>
                          <a:effectLst/>
                          <a:uFillTx/>
                          <a:latin typeface="Playfair Display" panose="00000500000000000000" pitchFamily="2" charset="0"/>
                        </a:rPr>
                        <a:t>Non-functional</a:t>
                      </a:r>
                      <a:endParaRPr lang="en-US" sz="1400" b="1" i="1" u="none" strike="noStrike">
                        <a:solidFill>
                          <a:schemeClr val="tx1"/>
                        </a:solidFill>
                        <a:effectLst/>
                        <a:uFillTx/>
                        <a:latin typeface="Playfair Display" panose="00000500000000000000" pitchFamily="2" charset="0"/>
                      </a:endParaRPr>
                    </a:p>
                  </a:txBody>
                  <a:tcPr marL="38254" marR="38254" marT="48582" marB="48582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380">
                <a:tc>
                  <a:txBody>
                    <a:bodyPr/>
                    <a:lstStyle/>
                    <a:p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Accounts: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 register, login, reset password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38254" marR="38254" marT="48582" marB="48582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Performance: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 search ≤ 1s, page render ≤ 2s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38254" marR="38254" marT="48582" marB="48582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380">
                <a:tc>
                  <a:txBody>
                    <a:bodyPr/>
                    <a:lstStyle/>
                    <a:p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Profiles: 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editable profile and post history; optional social links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38254" marR="38254" marT="48582" marB="48582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Scalability: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 API supports horizontal scaling</a:t>
                      </a:r>
                    </a:p>
                    <a:p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38254" marR="38254" marT="48582" marB="48582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Create Research Post: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 allow text and attachment files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38254" marR="38254" marT="48582" marB="48582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Reliability: 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durable storage for posts/comments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38254" marR="38254" marT="48582" marB="48582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40">
                <a:tc>
                  <a:txBody>
                    <a:bodyPr/>
                    <a:lstStyle/>
                    <a:p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Comments: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 comments and replies for posts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38254" marR="38254" marT="48582" marB="48582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Security: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 secure credentials storage, rate limits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38254" marR="38254" marT="48582" marB="48582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380">
                <a:tc>
                  <a:txBody>
                    <a:bodyPr/>
                    <a:lstStyle/>
                    <a:p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Voting: 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up/down votes on posts and comments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38254" marR="38254" marT="48582" marB="48582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Usability: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 intuitive UI and clear error messages</a:t>
                      </a:r>
                    </a:p>
                  </a:txBody>
                  <a:tcPr marL="38254" marR="38254" marT="48582" marB="48582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8371">
                <a:tc>
                  <a:txBody>
                    <a:bodyPr/>
                    <a:lstStyle/>
                    <a:p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Reviews: 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researchers review published posts </a:t>
                      </a:r>
                      <a:br>
                        <a:rPr sz="1400"/>
                      </a:b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(3 positive reviews to become a researcher)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38254" marR="38254" marT="48582" marB="48582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Maintainability: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 clean module boundaries, automated and manual testing, target 80% line coverage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38254" marR="38254" marT="48582" marB="48582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380">
                <a:tc>
                  <a:txBody>
                    <a:bodyPr/>
                    <a:lstStyle/>
                    <a:p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Moderation: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 users report T&amp;C violations; moderators delete/allow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38254" marR="38254" marT="48582" marB="48582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38254" marR="38254" marT="48582" marB="48582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03" name="Google Shape;379;p 1"/>
          <p:cNvSpPr txBox="1"/>
          <p:nvPr/>
        </p:nvSpPr>
        <p:spPr>
          <a:xfrm>
            <a:off x="685440" y="309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3200" b="0" u="none" strike="noStrike">
                <a:solidFill>
                  <a:schemeClr val="dk1"/>
                </a:solidFill>
                <a:effectLst/>
                <a:uFillTx/>
                <a:latin typeface="Playfair Display"/>
                <a:ea typeface="Playfair Display"/>
              </a:rPr>
              <a:t>Requirements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79;p 3"/>
          <p:cNvSpPr txBox="1"/>
          <p:nvPr/>
        </p:nvSpPr>
        <p:spPr>
          <a:xfrm>
            <a:off x="685800" y="32112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3200" b="0" u="none" strike="noStrike">
                <a:solidFill>
                  <a:schemeClr val="dk1"/>
                </a:solidFill>
                <a:effectLst/>
                <a:uFillTx/>
                <a:latin typeface="Playfair Display"/>
                <a:ea typeface="Playfair Display"/>
              </a:rPr>
              <a:t>Use Cases (Core)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6AE52C-3EF5-F75B-11D5-96A77A58DF05}"/>
              </a:ext>
            </a:extLst>
          </p:cNvPr>
          <p:cNvSpPr txBox="1"/>
          <p:nvPr/>
        </p:nvSpPr>
        <p:spPr>
          <a:xfrm>
            <a:off x="685800" y="1107615"/>
            <a:ext cx="6637020" cy="357020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i="0">
                <a:effectLst/>
              </a:rPr>
              <a:t>UC-01</a:t>
            </a:r>
            <a:r>
              <a:rPr lang="en-GB" b="0" i="0">
                <a:effectLst/>
              </a:rPr>
              <a:t> </a:t>
            </a:r>
            <a:r>
              <a:rPr lang="en-GB"/>
              <a:t>S</a:t>
            </a:r>
            <a:r>
              <a:rPr lang="en-GB" b="0" i="0">
                <a:effectLst/>
              </a:rPr>
              <a:t>earch + Filtering</a:t>
            </a:r>
            <a:endParaRPr lang="en-US"/>
          </a:p>
          <a:p>
            <a:pPr marL="171450" indent="-171450">
              <a:buFont typeface="Arial"/>
              <a:buChar char="•"/>
            </a:pPr>
            <a:endParaRPr lang="en-GB" sz="1200" b="0" i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/>
              <a:t>UC-02</a:t>
            </a:r>
            <a:r>
              <a:rPr lang="en-GB"/>
              <a:t> Registration + Authentication</a:t>
            </a:r>
          </a:p>
          <a:p>
            <a:pPr marL="171450" indent="-171450">
              <a:buFont typeface="Arial"/>
              <a:buChar char="•"/>
            </a:pPr>
            <a:endParaRPr lang="en-GB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/>
              <a:t>UC-03 </a:t>
            </a:r>
            <a:r>
              <a:rPr lang="en-GB"/>
              <a:t>Login</a:t>
            </a:r>
          </a:p>
          <a:p>
            <a:pPr marL="171450" indent="-171450">
              <a:buFont typeface="Arial"/>
              <a:buChar char="•"/>
            </a:pPr>
            <a:endParaRPr lang="en-GB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/>
              <a:t>UC-07</a:t>
            </a:r>
            <a:r>
              <a:rPr lang="en-GB"/>
              <a:t> Publish Research Post</a:t>
            </a:r>
          </a:p>
          <a:p>
            <a:pPr marL="171450" indent="-171450">
              <a:buFont typeface="Arial"/>
              <a:buChar char="•"/>
            </a:pPr>
            <a:endParaRPr lang="en-GB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/>
              <a:t>UC-08</a:t>
            </a:r>
            <a:r>
              <a:rPr lang="en-GB"/>
              <a:t> Comment</a:t>
            </a:r>
          </a:p>
          <a:p>
            <a:pPr marL="171450" indent="-171450">
              <a:buFont typeface="Arial"/>
              <a:buChar char="•"/>
            </a:pPr>
            <a:endParaRPr lang="en-GB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/>
              <a:t>UC-09</a:t>
            </a:r>
            <a:r>
              <a:rPr lang="en-GB"/>
              <a:t> Vote</a:t>
            </a:r>
          </a:p>
          <a:p>
            <a:pPr marL="171450" indent="-171450">
              <a:buFont typeface="Arial"/>
              <a:buChar char="•"/>
            </a:pPr>
            <a:endParaRPr lang="en-GB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/>
              <a:t>UC-11</a:t>
            </a:r>
            <a:r>
              <a:rPr lang="en-GB"/>
              <a:t> Review Research Post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/>
              <a:t>UC-12/13 </a:t>
            </a:r>
            <a:r>
              <a:rPr lang="en-GB"/>
              <a:t>T&amp;C + Moderation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621468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000" b="0" u="none" strike="noStrike">
                <a:solidFill>
                  <a:schemeClr val="dk1"/>
                </a:solidFill>
                <a:effectLst/>
                <a:uFillTx/>
                <a:latin typeface="Playfair Display"/>
                <a:ea typeface="Playfair Display"/>
              </a:rPr>
              <a:t>DEMO TIME!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8" name="Google Shape;372;p36"/>
          <p:cNvGrpSpPr/>
          <p:nvPr/>
        </p:nvGrpSpPr>
        <p:grpSpPr>
          <a:xfrm>
            <a:off x="4235760" y="1209600"/>
            <a:ext cx="4908240" cy="139680"/>
            <a:chOff x="4235760" y="1209600"/>
            <a:chExt cx="4908240" cy="139680"/>
          </a:xfrm>
        </p:grpSpPr>
        <p:sp>
          <p:nvSpPr>
            <p:cNvPr id="329" name="Google Shape;373;p36"/>
            <p:cNvSpPr/>
            <p:nvPr/>
          </p:nvSpPr>
          <p:spPr>
            <a:xfrm>
              <a:off x="4235760" y="1209600"/>
              <a:ext cx="139680" cy="139680"/>
            </a:xfrm>
            <a:prstGeom prst="plaque">
              <a:avLst>
                <a:gd name="adj" fmla="val 50000"/>
              </a:avLst>
            </a:prstGeom>
            <a:solidFill>
              <a:schemeClr val="dk2"/>
            </a:solidFill>
            <a:ln w="9360">
              <a:solidFill>
                <a:schemeClr val="dk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30" name="Google Shape;374;p36"/>
            <p:cNvCxnSpPr>
              <a:stCxn id="329" idx="3"/>
            </p:cNvCxnSpPr>
            <p:nvPr/>
          </p:nvCxnSpPr>
          <p:spPr>
            <a:xfrm>
              <a:off x="4375440" y="1279440"/>
              <a:ext cx="4768920" cy="360"/>
            </a:xfrm>
            <a:prstGeom prst="straightConnector1">
              <a:avLst/>
            </a:prstGeom>
            <a:ln w="9360">
              <a:solidFill>
                <a:schemeClr val="dk2"/>
              </a:solidFill>
              <a:round/>
            </a:ln>
          </p:spPr>
        </p:cxn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67CFCE1-04FD-FD42-1AA5-8B8E3AB471ED}"/>
              </a:ext>
            </a:extLst>
          </p:cNvPr>
          <p:cNvSpPr/>
          <p:nvPr/>
        </p:nvSpPr>
        <p:spPr>
          <a:xfrm>
            <a:off x="7848600" y="4122420"/>
            <a:ext cx="1143000" cy="883919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 idx="4294967295"/>
          </p:nvPr>
        </p:nvSpPr>
        <p:spPr>
          <a:xfrm>
            <a:off x="457200" y="515541"/>
            <a:ext cx="8229600" cy="85883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0" u="none" strike="noStrike">
                <a:solidFill>
                  <a:schemeClr val="dk1"/>
                </a:solidFill>
                <a:effectLst/>
                <a:uFillTx/>
                <a:latin typeface="Playfair Display"/>
                <a:ea typeface="Playfair Display"/>
              </a:rPr>
              <a:t>Tech Stack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742C5E3E-3525-7A21-7F5E-7B0D167547B6}"/>
              </a:ext>
            </a:extLst>
          </p:cNvPr>
          <p:cNvSpPr txBox="1">
            <a:spLocks/>
          </p:cNvSpPr>
          <p:nvPr/>
        </p:nvSpPr>
        <p:spPr>
          <a:xfrm>
            <a:off x="661864" y="3719264"/>
            <a:ext cx="2230200" cy="405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uFillTx/>
                <a:latin typeface="+mn-lt"/>
                <a:ea typeface="Playfair Display"/>
              </a:rPr>
              <a:t>Backend</a:t>
            </a:r>
            <a:endParaRPr lang="en-US" sz="18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7642AF34-26B6-944E-6BDF-B4378EEFB5D1}"/>
              </a:ext>
            </a:extLst>
          </p:cNvPr>
          <p:cNvSpPr txBox="1">
            <a:spLocks/>
          </p:cNvSpPr>
          <p:nvPr/>
        </p:nvSpPr>
        <p:spPr>
          <a:xfrm>
            <a:off x="3457080" y="3719264"/>
            <a:ext cx="2230200" cy="405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Playfair Display"/>
              </a:rPr>
              <a:t>Frontend</a:t>
            </a:r>
            <a:endParaRPr lang="en-US" sz="18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7" name="PlaceHolder 1">
            <a:extLst>
              <a:ext uri="{FF2B5EF4-FFF2-40B4-BE49-F238E27FC236}">
                <a16:creationId xmlns:a16="http://schemas.microsoft.com/office/drawing/2014/main" id="{BED2036E-C839-90E6-34B0-101DB1E7773B}"/>
              </a:ext>
            </a:extLst>
          </p:cNvPr>
          <p:cNvSpPr txBox="1">
            <a:spLocks/>
          </p:cNvSpPr>
          <p:nvPr/>
        </p:nvSpPr>
        <p:spPr>
          <a:xfrm>
            <a:off x="6252296" y="3719264"/>
            <a:ext cx="2230200" cy="405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ea typeface="Playfair Display"/>
              </a:rPr>
              <a:t>Database</a:t>
            </a:r>
            <a:endParaRPr lang="en-US" sz="1800">
              <a:solidFill>
                <a:srgbClr val="000000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1BE4330-698A-3304-E5FC-7E4033873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1006" y="1374378"/>
            <a:ext cx="2141988" cy="2141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C800D73-3768-D8C9-B965-3B63864CDF89}"/>
              </a:ext>
            </a:extLst>
          </p:cNvPr>
          <p:cNvGrpSpPr/>
          <p:nvPr/>
        </p:nvGrpSpPr>
        <p:grpSpPr>
          <a:xfrm>
            <a:off x="750212" y="1430092"/>
            <a:ext cx="2053503" cy="2030558"/>
            <a:chOff x="838381" y="1612186"/>
            <a:chExt cx="2053503" cy="2030558"/>
          </a:xfrm>
        </p:grpSpPr>
        <p:sp>
          <p:nvSpPr>
            <p:cNvPr id="318" name="TextBox 317"/>
            <p:cNvSpPr txBox="1"/>
            <p:nvPr/>
          </p:nvSpPr>
          <p:spPr>
            <a:xfrm>
              <a:off x="838381" y="1612186"/>
              <a:ext cx="2053503" cy="959564"/>
            </a:xfrm>
            <a:prstGeom prst="rect">
              <a:avLst/>
            </a:prstGeom>
            <a:blipFill rotWithShape="0">
              <a:blip r:embed="rId3"/>
              <a:stretch>
                <a:fillRect l="-14766" r="-14924"/>
              </a:stretch>
            </a:blipFill>
            <a:ln w="0">
              <a:noFill/>
            </a:ln>
          </p:spPr>
          <p:txBody>
            <a:bodyPr lIns="90000" tIns="45000" rIns="90000" bIns="45000" anchor="ctr" anchorCtr="1">
              <a:noAutofit/>
            </a:bodyPr>
            <a:lstStyle/>
            <a:p>
              <a:pPr algn="ctr"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40" name="Picture 16">
              <a:extLst>
                <a:ext uri="{FF2B5EF4-FFF2-40B4-BE49-F238E27FC236}">
                  <a16:creationId xmlns:a16="http://schemas.microsoft.com/office/drawing/2014/main" id="{D9E4AA97-1524-09DD-232F-FCE396AB53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381" y="2571750"/>
              <a:ext cx="2053503" cy="1070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44" name="Picture 20" descr="Postgresql Original Wordmark PNG Logo — Download Free Transparent Logo">
            <a:extLst>
              <a:ext uri="{FF2B5EF4-FFF2-40B4-BE49-F238E27FC236}">
                <a16:creationId xmlns:a16="http://schemas.microsoft.com/office/drawing/2014/main" id="{9F6C44C5-7529-9B38-E384-FE53850FB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429" y="1588405"/>
            <a:ext cx="1713933" cy="1713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D15C561B-EAD1-9679-DCB4-1233664FD37B}"/>
              </a:ext>
            </a:extLst>
          </p:cNvPr>
          <p:cNvSpPr txBox="1">
            <a:spLocks/>
          </p:cNvSpPr>
          <p:nvPr/>
        </p:nvSpPr>
        <p:spPr>
          <a:xfrm>
            <a:off x="457200" y="419100"/>
            <a:ext cx="8229600" cy="43021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sz="3200">
                <a:solidFill>
                  <a:schemeClr val="dk1"/>
                </a:solidFill>
                <a:latin typeface="Playfair Display"/>
                <a:ea typeface="Playfair Display"/>
              </a:rPr>
              <a:t>Project</a:t>
            </a:r>
            <a:r>
              <a:rPr lang="en" sz="3100">
                <a:solidFill>
                  <a:schemeClr val="dk1"/>
                </a:solidFill>
                <a:latin typeface="Playfair Display"/>
                <a:ea typeface="Playfair Display"/>
              </a:rPr>
              <a:t> Structure</a:t>
            </a:r>
            <a:endParaRPr lang="en-GB" sz="3100"/>
          </a:p>
        </p:txBody>
      </p:sp>
      <p:pic>
        <p:nvPicPr>
          <p:cNvPr id="3" name="Picture 2" descr="A diagram of a program&#10;&#10;AI-generated content may be incorrect.">
            <a:extLst>
              <a:ext uri="{FF2B5EF4-FFF2-40B4-BE49-F238E27FC236}">
                <a16:creationId xmlns:a16="http://schemas.microsoft.com/office/drawing/2014/main" id="{9C3725A1-D6C9-5659-DF9F-3A9A5A11A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899" y="849314"/>
            <a:ext cx="6332060" cy="366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725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757C8-F07F-5B8D-1896-40229F50E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2453B2A-6DD7-7AEF-86A5-CA0AACAF2C8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419100"/>
            <a:ext cx="8229600" cy="430213"/>
          </a:xfrm>
        </p:spPr>
        <p:txBody>
          <a:bodyPr/>
          <a:lstStyle/>
          <a:p>
            <a:pPr algn="ctr"/>
            <a:r>
              <a:rPr lang="en" sz="3100">
                <a:solidFill>
                  <a:schemeClr val="dk1"/>
                </a:solidFill>
                <a:latin typeface="Playfair Display"/>
                <a:ea typeface="Playfair Display"/>
              </a:rPr>
              <a:t>DB Schema</a:t>
            </a:r>
            <a:endParaRPr lang="en-GB" sz="31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292E7E-6B74-B195-2051-C44254628111}"/>
              </a:ext>
            </a:extLst>
          </p:cNvPr>
          <p:cNvSpPr/>
          <p:nvPr/>
        </p:nvSpPr>
        <p:spPr>
          <a:xfrm>
            <a:off x="0" y="4713286"/>
            <a:ext cx="9144000" cy="430213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BA6D5E6-A9FD-39C9-E0C9-DF51A4A79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802" y="848847"/>
            <a:ext cx="4930799" cy="407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83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97425-9B8A-8FF8-CF3F-AD540C31D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2901"/>
            <a:ext cx="8229240" cy="443198"/>
          </a:xfrm>
        </p:spPr>
        <p:txBody>
          <a:bodyPr/>
          <a:lstStyle/>
          <a:p>
            <a:pPr algn="ctr"/>
            <a:r>
              <a:rPr lang="en" sz="3200">
                <a:solidFill>
                  <a:schemeClr val="dk1"/>
                </a:solidFill>
                <a:latin typeface="Playfair Display"/>
                <a:ea typeface="Playfair Display"/>
              </a:rPr>
              <a:t>Subsystem Interactions</a:t>
            </a:r>
            <a:endParaRPr lang="en-GB" sz="3200"/>
          </a:p>
        </p:txBody>
      </p:sp>
      <p:pic>
        <p:nvPicPr>
          <p:cNvPr id="7" name="Picture 6" descr="A diagram of a system&#10;&#10;AI-generated content may be incorrect.">
            <a:extLst>
              <a:ext uri="{FF2B5EF4-FFF2-40B4-BE49-F238E27FC236}">
                <a16:creationId xmlns:a16="http://schemas.microsoft.com/office/drawing/2014/main" id="{D0E3ED08-A6EE-D09A-6FFA-2C775E53E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11" y="1013331"/>
            <a:ext cx="5996576" cy="346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541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914CD0-1733-61D0-8448-9AB05CD8FD43}"/>
              </a:ext>
            </a:extLst>
          </p:cNvPr>
          <p:cNvSpPr/>
          <p:nvPr/>
        </p:nvSpPr>
        <p:spPr>
          <a:xfrm>
            <a:off x="88408" y="93589"/>
            <a:ext cx="8962995" cy="68580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Image2">
            <a:extLst>
              <a:ext uri="{FF2B5EF4-FFF2-40B4-BE49-F238E27FC236}">
                <a16:creationId xmlns:a16="http://schemas.microsoft.com/office/drawing/2014/main" id="{5B79FECF-E4B1-87C8-2AB8-68E97C6B4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88787" y="0"/>
            <a:ext cx="5676478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19421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A4A2BD-0490-A3D1-BF04-6779CEFFF075}"/>
              </a:ext>
            </a:extLst>
          </p:cNvPr>
          <p:cNvSpPr/>
          <p:nvPr/>
        </p:nvSpPr>
        <p:spPr>
          <a:xfrm>
            <a:off x="88408" y="93589"/>
            <a:ext cx="8962995" cy="68580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Image3">
            <a:extLst>
              <a:ext uri="{FF2B5EF4-FFF2-40B4-BE49-F238E27FC236}">
                <a16:creationId xmlns:a16="http://schemas.microsoft.com/office/drawing/2014/main" id="{C306C4F3-E6DF-1181-B2F9-4BF26697D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94245" y="337309"/>
            <a:ext cx="6749755" cy="44688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18561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D8321-2E3E-5A37-2A44-40EE31DC5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15FA96-A308-394B-43C0-DC9D066C36B7}"/>
              </a:ext>
            </a:extLst>
          </p:cNvPr>
          <p:cNvSpPr/>
          <p:nvPr/>
        </p:nvSpPr>
        <p:spPr>
          <a:xfrm>
            <a:off x="88408" y="93589"/>
            <a:ext cx="8962995" cy="68580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Image4">
            <a:extLst>
              <a:ext uri="{FF2B5EF4-FFF2-40B4-BE49-F238E27FC236}">
                <a16:creationId xmlns:a16="http://schemas.microsoft.com/office/drawing/2014/main" id="{7BF703CE-C269-E43F-A2E0-7A291CBDF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10581" y="0"/>
            <a:ext cx="3762062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55450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8016A-A44D-F45D-73B2-F67BA1FD8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2A67B3-52E5-7095-DFC6-693780D57115}"/>
              </a:ext>
            </a:extLst>
          </p:cNvPr>
          <p:cNvSpPr/>
          <p:nvPr/>
        </p:nvSpPr>
        <p:spPr>
          <a:xfrm>
            <a:off x="88408" y="93589"/>
            <a:ext cx="8962995" cy="68580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Image5">
            <a:extLst>
              <a:ext uri="{FF2B5EF4-FFF2-40B4-BE49-F238E27FC236}">
                <a16:creationId xmlns:a16="http://schemas.microsoft.com/office/drawing/2014/main" id="{C2217DEE-5DB5-0817-5486-3B162F69B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68178" y="0"/>
            <a:ext cx="3105238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44358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6EEDB-BF86-16EB-BD78-1406F86F0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32E5B4-77D7-CCA8-52CC-7FC3B458368D}"/>
              </a:ext>
            </a:extLst>
          </p:cNvPr>
          <p:cNvSpPr/>
          <p:nvPr/>
        </p:nvSpPr>
        <p:spPr>
          <a:xfrm>
            <a:off x="88408" y="93589"/>
            <a:ext cx="8962995" cy="68580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Image6">
            <a:extLst>
              <a:ext uri="{FF2B5EF4-FFF2-40B4-BE49-F238E27FC236}">
                <a16:creationId xmlns:a16="http://schemas.microsoft.com/office/drawing/2014/main" id="{00280D62-82AD-61B9-B67E-0F2885D04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56546" y="0"/>
            <a:ext cx="3703141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93992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>
            <a:extLst>
              <a:ext uri="{FF2B5EF4-FFF2-40B4-BE49-F238E27FC236}">
                <a16:creationId xmlns:a16="http://schemas.microsoft.com/office/drawing/2014/main" id="{D1356367-1BC2-A079-6690-6660BDCF17CC}"/>
              </a:ext>
            </a:extLst>
          </p:cNvPr>
          <p:cNvSpPr txBox="1">
            <a:spLocks/>
          </p:cNvSpPr>
          <p:nvPr/>
        </p:nvSpPr>
        <p:spPr>
          <a:xfrm>
            <a:off x="2782866" y="1633409"/>
            <a:ext cx="5662324" cy="317648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3700" indent="-28575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1800" b="1" err="1">
                <a:solidFill>
                  <a:srgbClr val="000000"/>
                </a:solidFill>
                <a:latin typeface="+mj-lt"/>
              </a:rPr>
              <a:t>Yaraslaw</a:t>
            </a:r>
            <a:r>
              <a:rPr lang="en-US" sz="1800" b="1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b="1" err="1">
                <a:solidFill>
                  <a:srgbClr val="000000"/>
                </a:solidFill>
                <a:latin typeface="+mj-lt"/>
              </a:rPr>
              <a:t>Akhramenka</a:t>
            </a:r>
            <a:r>
              <a:rPr lang="en-US" sz="1800" b="1">
                <a:solidFill>
                  <a:srgbClr val="000000"/>
                </a:solidFill>
                <a:latin typeface="+mj-lt"/>
              </a:rPr>
              <a:t>: </a:t>
            </a:r>
            <a:r>
              <a:rPr lang="en-US" sz="1800">
                <a:solidFill>
                  <a:srgbClr val="000000"/>
                </a:solidFill>
              </a:rPr>
              <a:t>profile page, </a:t>
            </a:r>
            <a:r>
              <a:rPr lang="en-US" sz="1800">
                <a:solidFill>
                  <a:srgbClr val="000000"/>
                </a:solidFill>
                <a:cs typeface="Arial"/>
              </a:rPr>
              <a:t>report feature</a:t>
            </a:r>
          </a:p>
          <a:p>
            <a:pPr marL="393700" indent="-28575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Adelaide Danilov: </a:t>
            </a:r>
            <a:r>
              <a:rPr lang="en-US" sz="1800">
                <a:solidFill>
                  <a:srgbClr val="000000"/>
                </a:solidFill>
                <a:latin typeface="Arial"/>
              </a:rPr>
              <a:t>DB modelling, registration feature</a:t>
            </a:r>
          </a:p>
          <a:p>
            <a:pPr marL="393700" indent="-28575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1800" b="1">
                <a:solidFill>
                  <a:srgbClr val="000000"/>
                </a:solidFill>
              </a:rPr>
              <a:t>Demyan </a:t>
            </a:r>
            <a:r>
              <a:rPr lang="en-US" sz="1800" b="1" err="1">
                <a:solidFill>
                  <a:srgbClr val="000000"/>
                </a:solidFill>
                <a:latin typeface="Arial"/>
              </a:rPr>
              <a:t>Faguer</a:t>
            </a:r>
            <a:r>
              <a:rPr lang="en-US" sz="1800" b="1">
                <a:solidFill>
                  <a:srgbClr val="000000"/>
                </a:solidFill>
                <a:latin typeface="Arial"/>
              </a:rPr>
              <a:t>: </a:t>
            </a:r>
            <a:r>
              <a:rPr lang="en-US" sz="1800">
                <a:solidFill>
                  <a:srgbClr val="000000"/>
                </a:solidFill>
                <a:latin typeface="Arial"/>
              </a:rPr>
              <a:t>review feature, report</a:t>
            </a:r>
          </a:p>
          <a:p>
            <a:pPr marL="393700" indent="-28575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Oleksandr Marchenko </a:t>
            </a:r>
            <a:r>
              <a:rPr lang="en-US" sz="1800" b="1" err="1">
                <a:solidFill>
                  <a:srgbClr val="000000"/>
                </a:solidFill>
                <a:latin typeface="Arial"/>
              </a:rPr>
              <a:t>Breneur</a:t>
            </a:r>
            <a:r>
              <a:rPr lang="en-US" sz="1800" b="1">
                <a:solidFill>
                  <a:srgbClr val="000000"/>
                </a:solidFill>
                <a:latin typeface="Arial"/>
              </a:rPr>
              <a:t>: </a:t>
            </a:r>
            <a:r>
              <a:rPr lang="en-US" sz="1800">
                <a:solidFill>
                  <a:srgbClr val="000000"/>
                </a:solidFill>
                <a:latin typeface="Arial"/>
              </a:rPr>
              <a:t>search, post, comment and vote features</a:t>
            </a:r>
          </a:p>
          <a:p>
            <a:pPr marL="393700" indent="-28575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1800" b="1">
                <a:solidFill>
                  <a:srgbClr val="000000"/>
                </a:solidFill>
              </a:rPr>
              <a:t>Oleksandr </a:t>
            </a:r>
            <a:r>
              <a:rPr lang="en-US" sz="1800" b="1" err="1">
                <a:solidFill>
                  <a:srgbClr val="000000"/>
                </a:solidFill>
              </a:rPr>
              <a:t>Yeroftieiev</a:t>
            </a:r>
            <a:r>
              <a:rPr lang="en-US" sz="1800" b="1">
                <a:solidFill>
                  <a:srgbClr val="000000"/>
                </a:solidFill>
              </a:rPr>
              <a:t>: </a:t>
            </a:r>
            <a:r>
              <a:rPr lang="en-US" sz="1800">
                <a:solidFill>
                  <a:srgbClr val="000000"/>
                </a:solidFill>
              </a:rPr>
              <a:t>personal page, report feature</a:t>
            </a: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375DBAF6-7E84-41B6-EC17-2212B24068AC}"/>
              </a:ext>
            </a:extLst>
          </p:cNvPr>
          <p:cNvSpPr txBox="1">
            <a:spLocks/>
          </p:cNvSpPr>
          <p:nvPr/>
        </p:nvSpPr>
        <p:spPr>
          <a:xfrm>
            <a:off x="2782866" y="390292"/>
            <a:ext cx="5015880" cy="1099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200">
                <a:solidFill>
                  <a:schemeClr val="dk1"/>
                </a:solidFill>
                <a:latin typeface="Playfair Display"/>
              </a:rPr>
              <a:t>Contributions</a:t>
            </a:r>
            <a:endParaRPr lang="en-US" sz="3200">
              <a:solidFill>
                <a:schemeClr val="dk1"/>
              </a:solidFill>
              <a:latin typeface="Playfair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829737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676;p 1"/>
          <p:cNvGrpSpPr/>
          <p:nvPr/>
        </p:nvGrpSpPr>
        <p:grpSpPr>
          <a:xfrm>
            <a:off x="4572000" y="1891440"/>
            <a:ext cx="680040" cy="680040"/>
            <a:chOff x="4572000" y="1891440"/>
            <a:chExt cx="680040" cy="680040"/>
          </a:xfrm>
        </p:grpSpPr>
        <p:sp>
          <p:nvSpPr>
            <p:cNvPr id="496" name="Google Shape;677;p 1"/>
            <p:cNvSpPr/>
            <p:nvPr/>
          </p:nvSpPr>
          <p:spPr>
            <a:xfrm>
              <a:off x="4890960" y="1891440"/>
              <a:ext cx="37800" cy="378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7" name="Google Shape;678;p 1"/>
            <p:cNvSpPr/>
            <p:nvPr/>
          </p:nvSpPr>
          <p:spPr>
            <a:xfrm>
              <a:off x="4890960" y="2533680"/>
              <a:ext cx="37800" cy="378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8" name="Google Shape;679;p 1"/>
            <p:cNvSpPr/>
            <p:nvPr/>
          </p:nvSpPr>
          <p:spPr>
            <a:xfrm>
              <a:off x="4572000" y="2207880"/>
              <a:ext cx="37800" cy="378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9" name="Google Shape;680;p 1"/>
            <p:cNvSpPr/>
            <p:nvPr/>
          </p:nvSpPr>
          <p:spPr>
            <a:xfrm>
              <a:off x="5214240" y="2207880"/>
              <a:ext cx="37800" cy="378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0" name="Google Shape;681;p 1"/>
            <p:cNvSpPr/>
            <p:nvPr/>
          </p:nvSpPr>
          <p:spPr>
            <a:xfrm>
              <a:off x="4656960" y="1976400"/>
              <a:ext cx="37800" cy="378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1" name="Google Shape;682;p 1"/>
            <p:cNvSpPr/>
            <p:nvPr/>
          </p:nvSpPr>
          <p:spPr>
            <a:xfrm>
              <a:off x="5129280" y="2448360"/>
              <a:ext cx="37800" cy="378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2" name="Google Shape;683;p 1"/>
            <p:cNvSpPr/>
            <p:nvPr/>
          </p:nvSpPr>
          <p:spPr>
            <a:xfrm>
              <a:off x="5129280" y="1976400"/>
              <a:ext cx="37800" cy="378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3" name="Google Shape;684;p 1"/>
            <p:cNvSpPr/>
            <p:nvPr/>
          </p:nvSpPr>
          <p:spPr>
            <a:xfrm>
              <a:off x="4656960" y="2448360"/>
              <a:ext cx="37800" cy="378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04" name="Rectangle 503"/>
          <p:cNvSpPr/>
          <p:nvPr/>
        </p:nvSpPr>
        <p:spPr>
          <a:xfrm>
            <a:off x="562971" y="3365321"/>
            <a:ext cx="3200400" cy="68580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Rectangle 504"/>
          <p:cNvSpPr/>
          <p:nvPr/>
        </p:nvSpPr>
        <p:spPr>
          <a:xfrm>
            <a:off x="4343400" y="1859621"/>
            <a:ext cx="1143000" cy="7426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1"/>
          <p:cNvSpPr>
            <a:spLocks noGrp="1"/>
          </p:cNvSpPr>
          <p:nvPr>
            <p:ph type="title"/>
          </p:nvPr>
        </p:nvSpPr>
        <p:spPr>
          <a:xfrm>
            <a:off x="1143000" y="1977840"/>
            <a:ext cx="5486400" cy="155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000" b="0" u="none" strike="noStrike">
                <a:solidFill>
                  <a:schemeClr val="dk1"/>
                </a:solidFill>
                <a:effectLst/>
                <a:uFillTx/>
                <a:latin typeface="Playfair Display"/>
                <a:ea typeface="Playfair Display"/>
              </a:rPr>
              <a:t>ANY QUESTIONS?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an Black &amp; White Social Media Strategy by Slidesgo">
  <a:themeElements>
    <a:clrScheme name="Simple Light">
      <a:dk1>
        <a:srgbClr val="252525"/>
      </a:dk1>
      <a:lt1>
        <a:srgbClr val="EFEFEF"/>
      </a:lt1>
      <a:dk2>
        <a:srgbClr val="727272"/>
      </a:dk2>
      <a:lt2>
        <a:srgbClr val="AFAFAF"/>
      </a:lt2>
      <a:accent1>
        <a:srgbClr val="CECECE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52525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lean Black &amp; White Social Media Strategy by Slidesgo">
  <a:themeElements>
    <a:clrScheme name="Simple Light">
      <a:dk1>
        <a:srgbClr val="252525"/>
      </a:dk1>
      <a:lt1>
        <a:srgbClr val="EFEFEF"/>
      </a:lt1>
      <a:dk2>
        <a:srgbClr val="727272"/>
      </a:dk2>
      <a:lt2>
        <a:srgbClr val="AFAFAF"/>
      </a:lt2>
      <a:accent1>
        <a:srgbClr val="CECECE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52525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lean Black &amp; White Social Media Strategy by Slidesgo">
  <a:themeElements>
    <a:clrScheme name="Simple Light">
      <a:dk1>
        <a:srgbClr val="252525"/>
      </a:dk1>
      <a:lt1>
        <a:srgbClr val="EFEFEF"/>
      </a:lt1>
      <a:dk2>
        <a:srgbClr val="727272"/>
      </a:dk2>
      <a:lt2>
        <a:srgbClr val="AFAFAF"/>
      </a:lt2>
      <a:accent1>
        <a:srgbClr val="CECECE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52525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lean Black &amp; White Social Media Strategy by Slidesgo">
  <a:themeElements>
    <a:clrScheme name="Simple Light">
      <a:dk1>
        <a:srgbClr val="252525"/>
      </a:dk1>
      <a:lt1>
        <a:srgbClr val="EFEFEF"/>
      </a:lt1>
      <a:dk2>
        <a:srgbClr val="727272"/>
      </a:dk2>
      <a:lt2>
        <a:srgbClr val="AFAFAF"/>
      </a:lt2>
      <a:accent1>
        <a:srgbClr val="CECECE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52525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lean Black &amp; White Social Media Strategy by Slidesgo">
  <a:themeElements>
    <a:clrScheme name="Simple Light">
      <a:dk1>
        <a:srgbClr val="252525"/>
      </a:dk1>
      <a:lt1>
        <a:srgbClr val="EFEFEF"/>
      </a:lt1>
      <a:dk2>
        <a:srgbClr val="727272"/>
      </a:dk2>
      <a:lt2>
        <a:srgbClr val="AFAFAF"/>
      </a:lt2>
      <a:accent1>
        <a:srgbClr val="CECECE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52525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lean Black &amp; White Social Media Strategy by Slidesgo">
  <a:themeElements>
    <a:clrScheme name="Simple Light">
      <a:dk1>
        <a:srgbClr val="252525"/>
      </a:dk1>
      <a:lt1>
        <a:srgbClr val="EFEFEF"/>
      </a:lt1>
      <a:dk2>
        <a:srgbClr val="727272"/>
      </a:dk2>
      <a:lt2>
        <a:srgbClr val="AFAFAF"/>
      </a:lt2>
      <a:accent1>
        <a:srgbClr val="CECECE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52525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lean Black &amp; White Social Media Strategy by Slidesgo">
  <a:themeElements>
    <a:clrScheme name="Simple Light">
      <a:dk1>
        <a:srgbClr val="252525"/>
      </a:dk1>
      <a:lt1>
        <a:srgbClr val="EFEFEF"/>
      </a:lt1>
      <a:dk2>
        <a:srgbClr val="727272"/>
      </a:dk2>
      <a:lt2>
        <a:srgbClr val="AFAFAF"/>
      </a:lt2>
      <a:accent1>
        <a:srgbClr val="CECECE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52525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(16:9)</PresentationFormat>
  <Slides>18</Slides>
  <Notes>8</Notes>
  <HiddenSlides>0</HiddenSlide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Clean Black &amp; White Social Media Strategy by Slidesgo</vt:lpstr>
      <vt:lpstr>Clean Black &amp; White Social Media Strategy by Slidesgo</vt:lpstr>
      <vt:lpstr>Clean Black &amp; White Social Media Strategy by Slidesgo</vt:lpstr>
      <vt:lpstr>Clean Black &amp; White Social Media Strategy by Slidesgo</vt:lpstr>
      <vt:lpstr>Clean Black &amp; White Social Media Strategy by Slidesgo</vt:lpstr>
      <vt:lpstr>Clean Black &amp; White Social Media Strategy by Slidesgo</vt:lpstr>
      <vt:lpstr>Clean Black &amp; White Social Media Strategy by Slidesgo</vt:lpstr>
      <vt:lpstr>Research Showcase Portal</vt:lpstr>
      <vt:lpstr>Our Vision</vt:lpstr>
      <vt:lpstr>Inspirations</vt:lpstr>
      <vt:lpstr>Stakeholder Roles</vt:lpstr>
      <vt:lpstr>PowerPoint Presentation</vt:lpstr>
      <vt:lpstr>PowerPoint Presentation</vt:lpstr>
      <vt:lpstr>DEMO TIME!</vt:lpstr>
      <vt:lpstr>Tech Stack</vt:lpstr>
      <vt:lpstr>PowerPoint Presentation</vt:lpstr>
      <vt:lpstr>DB Schema</vt:lpstr>
      <vt:lpstr>Subsystem Interactions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Showcase Portal</dc:title>
  <dc:subject/>
  <dc:creator>Алиса Иссопова</dc:creator>
  <dc:description/>
  <cp:revision>2</cp:revision>
  <dcterms:modified xsi:type="dcterms:W3CDTF">2025-12-18T16:39:22Z</dcterms:modified>
  <dc:language>en-US</dc:language>
</cp:coreProperties>
</file>